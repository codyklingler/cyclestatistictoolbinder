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E41674-5C3F-4CD2-BE25-463A5453242D}">
  <a:tblStyle styleId="{45E41674-5C3F-4CD2-BE25-463A545324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3665cb650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3665cb650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Bicycle meter are tools that allow you measure information about a bicycle as you ride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cyclists, one of the most valuable statistics is power output. Current power meters are expensive ($400) and offer little beyond measuring power.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devices are limited to general information about your cycling like location, speed, and heartbeat.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53665cb650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53665cb650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53665cb650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53665cb650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3665cb650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3665cb650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3665cb650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3665cb650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3665cb6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3665cb6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3665cb650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3665cb650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 Statistic Tool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Cody Klingler &amp; Jacob Hoffman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81300"/>
            <a:ext cx="2904900" cy="3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lang="en"/>
              <a:t>vailable bicycle meters offer very few measurements.</a:t>
            </a:r>
            <a:endParaRPr/>
          </a:p>
          <a:p>
            <a:pPr indent="-317500" lvl="8" marL="41148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Smart devices do not offer accurate live measurements beyond speed and location.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550" y="1181300"/>
            <a:ext cx="4853349" cy="323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TASK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 and components may be used to create a device designed to provide a large collection of cycling data.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Attaching sensors and components directly to the bicycle allows for more specific cycling data to be measured.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Cyclists require a better, more encompassing solution for setting goals and tracking improvement.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56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839350" y="155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{45E41674-5C3F-4CD2-BE25-463A5453242D}</a:tableStyleId>
              </a:tblPr>
              <a:tblGrid>
                <a:gridCol w="3658175"/>
                <a:gridCol w="3658175"/>
              </a:tblGrid>
              <a:tr h="36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Display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Phone Application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Shows speed, incline, torque, power, calories burned, wind direction, gear ratio and more.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Gives live information to the user.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Track trips and records metrics.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Statistics about the user’s trip allows for clear goals.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Shows the user ways they can improve through statistical trends.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5" y="287050"/>
            <a:ext cx="7650350" cy="45693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>
            <p:ph idx="4294967295" type="title"/>
          </p:nvPr>
        </p:nvSpPr>
        <p:spPr>
          <a:xfrm>
            <a:off x="259250" y="287050"/>
            <a:ext cx="1666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SKETCH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5725" y="203725"/>
            <a:ext cx="5618300" cy="46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ESTIMATED MAN HOURS</a:t>
            </a:r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311700" y="1017725"/>
            <a:ext cx="80925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Proposal - 10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Functional Specifications - 10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Time Schedule - 10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Reports -  10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Presentations - 10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Paper Design of Device/General Design of Device Layout - 20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Ordering Parts - 5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Assembly - 40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Hardware Programming - 30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Online Application Programming - 30 hours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Testing/Modifications - 30 hours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Final Documentation - 15 Hours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— TOTAL - 220 HOURS PER PERSON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5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