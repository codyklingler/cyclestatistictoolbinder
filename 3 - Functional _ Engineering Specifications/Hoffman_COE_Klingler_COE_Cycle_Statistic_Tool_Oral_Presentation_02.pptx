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7" roundtripDataSignature="AMtx7miFCMdqVo4waHg7Mcsu0FT42oWu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10C704-4C68-4022-91E7-83E1B2FD57CB}">
  <a:tblStyle styleId="{8510C704-4C68-4022-91E7-83E1B2FD57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Bicycle meter are tools that allow you measure information about a bicycle as you ride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cyclists, one of the most valuable statistics is power output. Current power meters are expensive ($400) and offer little beyond measuring power.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Smart devices are limited to general information about your cycling like location, speed, and heartbeat.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715356b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715356b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715356b4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715356b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715356b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715356b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715356b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715356b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72c1bb2c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72c1bb2c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Now id like to open up our presentation for any questions the audience may have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ltcodeunicode.com/cubed-alt-code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Cycle Statistic Tool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Cody Klingler &amp; Jacob Hoffman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277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81300"/>
            <a:ext cx="3900000" cy="3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Available bicycle meters offer   very few measurements.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Smart devices do not offer accurate live measurements beyond speed and location.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Cyclists require a better, more encompassing solution for setting goals and tracking improvement.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3450" y="1302550"/>
            <a:ext cx="4284650" cy="285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46700" y="27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Sensors and components may be used to create a device designed to provide a large collection of cycling data.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Attaching sensors and components directly to the bicycle allows for more specific cycling data to be measured.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Transmitting cycling data to a companion application will provide record of each cycling session for use in improving a user’s cycling skills.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715356b46_0_10"/>
          <p:cNvSpPr txBox="1"/>
          <p:nvPr>
            <p:ph type="title"/>
          </p:nvPr>
        </p:nvSpPr>
        <p:spPr>
          <a:xfrm>
            <a:off x="339700" y="277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BLOCK DIAGRAM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ga715356b46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072" y="1017725"/>
            <a:ext cx="5641851" cy="391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13" y="68250"/>
            <a:ext cx="8442375" cy="500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>
            <p:ph idx="4294967295" type="title"/>
          </p:nvPr>
        </p:nvSpPr>
        <p:spPr>
          <a:xfrm>
            <a:off x="592675" y="276950"/>
            <a:ext cx="1666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SKETCH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a715356b46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FLOWCHART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a715356b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4775" y="103700"/>
            <a:ext cx="1906125" cy="487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a715356b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820" y="149487"/>
            <a:ext cx="5810368" cy="484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a715356b46_0_0"/>
          <p:cNvSpPr txBox="1"/>
          <p:nvPr>
            <p:ph type="title"/>
          </p:nvPr>
        </p:nvSpPr>
        <p:spPr>
          <a:xfrm>
            <a:off x="311700" y="27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FUNCTIONAL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715356b46_0_5"/>
          <p:cNvSpPr txBox="1"/>
          <p:nvPr>
            <p:ph type="title"/>
          </p:nvPr>
        </p:nvSpPr>
        <p:spPr>
          <a:xfrm>
            <a:off x="353675" y="277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ENGINEERING SPECIFICATION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ga715356b46_0_5"/>
          <p:cNvGraphicFramePr/>
          <p:nvPr/>
        </p:nvGraphicFramePr>
        <p:xfrm>
          <a:off x="1709725" y="84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{8510C704-4C68-4022-91E7-83E1B2FD57CB}</a:tableStyleId>
              </a:tblPr>
              <a:tblGrid>
                <a:gridCol w="3019425"/>
                <a:gridCol w="447675"/>
                <a:gridCol w="800100"/>
                <a:gridCol w="600075"/>
                <a:gridCol w="8572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Specification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Threshold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Ease of use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" sz="1200">
                          <a:solidFill>
                            <a:srgbClr val="660099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³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Overall Accuracy of Sensors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measurements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Power Metric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measurements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Speed Metric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measurements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of Materials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of Measurements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Durability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a72c1bb2c3_0_9"/>
          <p:cNvSpPr txBox="1"/>
          <p:nvPr>
            <p:ph type="title"/>
          </p:nvPr>
        </p:nvSpPr>
        <p:spPr>
          <a:xfrm>
            <a:off x="353675" y="277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ENGINEERING SPECIFICATIONS &amp; FUNCTIONAL REQTS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ga72c1bb2c3_0_9"/>
          <p:cNvGraphicFramePr/>
          <p:nvPr/>
        </p:nvGraphicFramePr>
        <p:xfrm>
          <a:off x="1709725" y="84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{8510C704-4C68-4022-91E7-83E1B2FD57CB}</a:tableStyleId>
              </a:tblPr>
              <a:tblGrid>
                <a:gridCol w="3019425"/>
                <a:gridCol w="447675"/>
                <a:gridCol w="800100"/>
                <a:gridCol w="600075"/>
                <a:gridCol w="8572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Specification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Direction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Threshold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life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Lifespan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Weatherproof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Durability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to View Metrics in App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Statistic utilities in app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Steps Before Use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Attaches universally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Ease of use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Ease of setup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Steps to Attach to Bike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Attaches universally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Ease of use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Ease of setup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▼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311700" y="295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