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Lst>
  <p:sldSz cy="32918400" cx="51206400"/>
  <p:notesSz cx="35329800" cy="5120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6" roundtripDataSignature="AMtx7mjYE0OE++WGSqU29dvaS12s2kpu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5889475" y="3840475"/>
            <a:ext cx="23554376" cy="19202401"/>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3532975" y="24323025"/>
            <a:ext cx="28263825" cy="230428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3532975" y="24323025"/>
            <a:ext cx="28263825" cy="230428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5889475" y="3840475"/>
            <a:ext cx="23554376" cy="19202401"/>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3"/>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 name="Shape 15"/>
        <p:cNvGrpSpPr/>
        <p:nvPr/>
      </p:nvGrpSpPr>
      <p:grpSpPr>
        <a:xfrm>
          <a:off x="0" y="0"/>
          <a:ext cx="0" cy="0"/>
          <a:chOff x="0" y="0"/>
          <a:chExt cx="0" cy="0"/>
        </a:xfrm>
      </p:grpSpPr>
      <p:sp>
        <p:nvSpPr>
          <p:cNvPr id="16" name="Google Shape;16;p4"/>
          <p:cNvSpPr txBox="1"/>
          <p:nvPr>
            <p:ph type="title"/>
          </p:nvPr>
        </p:nvSpPr>
        <p:spPr>
          <a:xfrm rot="5400000">
            <a:off x="28758664" y="10654358"/>
            <a:ext cx="26334429" cy="10880725"/>
          </a:xfrm>
          <a:prstGeom prst="rect">
            <a:avLst/>
          </a:prstGeom>
          <a:noFill/>
          <a:ln>
            <a:noFill/>
          </a:ln>
        </p:spPr>
        <p:txBody>
          <a:bodyPr anchorCtr="0" anchor="ctr" bIns="218125" lIns="436275" spcFirstLastPara="1" rIns="436275" wrap="square" tIns="2181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4"/>
          <p:cNvSpPr txBox="1"/>
          <p:nvPr>
            <p:ph idx="1" type="body"/>
          </p:nvPr>
        </p:nvSpPr>
        <p:spPr>
          <a:xfrm rot="5400000">
            <a:off x="6920220" y="-150960"/>
            <a:ext cx="26334429" cy="32491362"/>
          </a:xfrm>
          <a:prstGeom prst="rect">
            <a:avLst/>
          </a:prstGeom>
          <a:noFill/>
          <a:ln>
            <a:noFill/>
          </a:ln>
        </p:spPr>
        <p:txBody>
          <a:bodyPr anchorCtr="0" anchor="t" bIns="218125" lIns="436275" spcFirstLastPara="1" rIns="436275" wrap="square" tIns="2181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4"/>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 name="Shape 21"/>
        <p:cNvGrpSpPr/>
        <p:nvPr/>
      </p:nvGrpSpPr>
      <p:grpSpPr>
        <a:xfrm>
          <a:off x="0" y="0"/>
          <a:ext cx="0" cy="0"/>
          <a:chOff x="0" y="0"/>
          <a:chExt cx="0" cy="0"/>
        </a:xfrm>
      </p:grpSpPr>
      <p:sp>
        <p:nvSpPr>
          <p:cNvPr id="22" name="Google Shape;22;p5"/>
          <p:cNvSpPr txBox="1"/>
          <p:nvPr>
            <p:ph type="title"/>
          </p:nvPr>
        </p:nvSpPr>
        <p:spPr>
          <a:xfrm>
            <a:off x="3841750" y="2927350"/>
            <a:ext cx="43524487" cy="5484812"/>
          </a:xfrm>
          <a:prstGeom prst="rect">
            <a:avLst/>
          </a:prstGeom>
          <a:noFill/>
          <a:ln>
            <a:noFill/>
          </a:ln>
        </p:spPr>
        <p:txBody>
          <a:bodyPr anchorCtr="0" anchor="ctr" bIns="218125" lIns="436275" spcFirstLastPara="1" rIns="436275" wrap="square" tIns="2181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5"/>
          <p:cNvSpPr txBox="1"/>
          <p:nvPr>
            <p:ph idx="1" type="body"/>
          </p:nvPr>
        </p:nvSpPr>
        <p:spPr>
          <a:xfrm rot="5400000">
            <a:off x="15726569" y="-2377282"/>
            <a:ext cx="19754850" cy="43524487"/>
          </a:xfrm>
          <a:prstGeom prst="rect">
            <a:avLst/>
          </a:prstGeom>
          <a:noFill/>
          <a:ln>
            <a:noFill/>
          </a:ln>
        </p:spPr>
        <p:txBody>
          <a:bodyPr anchorCtr="0" anchor="t" bIns="218125" lIns="436275" spcFirstLastPara="1" rIns="436275" wrap="square" tIns="2181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7" name="Shape 27"/>
        <p:cNvGrpSpPr/>
        <p:nvPr/>
      </p:nvGrpSpPr>
      <p:grpSpPr>
        <a:xfrm>
          <a:off x="0" y="0"/>
          <a:ext cx="0" cy="0"/>
          <a:chOff x="0" y="0"/>
          <a:chExt cx="0" cy="0"/>
        </a:xfrm>
      </p:grpSpPr>
      <p:sp>
        <p:nvSpPr>
          <p:cNvPr id="28" name="Google Shape;28;p6"/>
          <p:cNvSpPr txBox="1"/>
          <p:nvPr>
            <p:ph type="title"/>
          </p:nvPr>
        </p:nvSpPr>
        <p:spPr>
          <a:xfrm>
            <a:off x="10036178" y="23042444"/>
            <a:ext cx="30724474" cy="2720481"/>
          </a:xfrm>
          <a:prstGeom prst="rect">
            <a:avLst/>
          </a:prstGeom>
          <a:noFill/>
          <a:ln>
            <a:noFill/>
          </a:ln>
        </p:spPr>
        <p:txBody>
          <a:bodyPr anchorCtr="0" anchor="b" bIns="218125" lIns="436275" spcFirstLastPara="1" rIns="436275" wrap="square" tIns="218125">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6"/>
          <p:cNvSpPr/>
          <p:nvPr>
            <p:ph idx="2" type="pic"/>
          </p:nvPr>
        </p:nvSpPr>
        <p:spPr>
          <a:xfrm>
            <a:off x="10036178" y="2940627"/>
            <a:ext cx="30724474" cy="19751915"/>
          </a:xfrm>
          <a:prstGeom prst="rect">
            <a:avLst/>
          </a:prstGeom>
          <a:noFill/>
          <a:ln>
            <a:noFill/>
          </a:ln>
        </p:spPr>
        <p:txBody>
          <a:bodyPr anchorCtr="0" anchor="t" bIns="218125" lIns="436275" spcFirstLastPara="1" rIns="436275" wrap="square" tIns="218125">
            <a:noAutofit/>
          </a:bodyPr>
          <a:lstStyle>
            <a:lvl1pPr lvl="0" marR="0" rtl="0" algn="l">
              <a:spcBef>
                <a:spcPts val="640"/>
              </a:spcBef>
              <a:spcAft>
                <a:spcPts val="0"/>
              </a:spcAft>
              <a:buClr>
                <a:schemeClr val="dk1"/>
              </a:buClr>
              <a:buSzPts val="3200"/>
              <a:buFont typeface="Times New Roman"/>
              <a:buNone/>
              <a:defRPr b="0" i="0" sz="3200" u="none" cap="none" strike="noStrike">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9pPr>
          </a:lstStyle>
          <a:p/>
        </p:txBody>
      </p:sp>
      <p:sp>
        <p:nvSpPr>
          <p:cNvPr id="30" name="Google Shape;30;p6"/>
          <p:cNvSpPr txBox="1"/>
          <p:nvPr>
            <p:ph idx="1" type="body"/>
          </p:nvPr>
        </p:nvSpPr>
        <p:spPr>
          <a:xfrm>
            <a:off x="10036178" y="25762925"/>
            <a:ext cx="30724474" cy="3863490"/>
          </a:xfrm>
          <a:prstGeom prst="rect">
            <a:avLst/>
          </a:prstGeom>
          <a:noFill/>
          <a:ln>
            <a:noFill/>
          </a:ln>
        </p:spPr>
        <p:txBody>
          <a:bodyPr anchorCtr="0" anchor="t" bIns="218125" lIns="436275" spcFirstLastPara="1" rIns="436275" wrap="square" tIns="218125">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31" name="Google Shape;31;p6"/>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6"/>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4" name="Shape 34"/>
        <p:cNvGrpSpPr/>
        <p:nvPr/>
      </p:nvGrpSpPr>
      <p:grpSpPr>
        <a:xfrm>
          <a:off x="0" y="0"/>
          <a:ext cx="0" cy="0"/>
          <a:chOff x="0" y="0"/>
          <a:chExt cx="0" cy="0"/>
        </a:xfrm>
      </p:grpSpPr>
      <p:sp>
        <p:nvSpPr>
          <p:cNvPr id="35" name="Google Shape;35;p7"/>
          <p:cNvSpPr txBox="1"/>
          <p:nvPr>
            <p:ph type="title"/>
          </p:nvPr>
        </p:nvSpPr>
        <p:spPr>
          <a:xfrm>
            <a:off x="2560638" y="1310673"/>
            <a:ext cx="16846550" cy="5578006"/>
          </a:xfrm>
          <a:prstGeom prst="rect">
            <a:avLst/>
          </a:prstGeom>
          <a:noFill/>
          <a:ln>
            <a:noFill/>
          </a:ln>
        </p:spPr>
        <p:txBody>
          <a:bodyPr anchorCtr="0" anchor="b" bIns="218125" lIns="436275" spcFirstLastPara="1" rIns="436275" wrap="square" tIns="218125">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7"/>
          <p:cNvSpPr txBox="1"/>
          <p:nvPr>
            <p:ph idx="1" type="body"/>
          </p:nvPr>
        </p:nvSpPr>
        <p:spPr>
          <a:xfrm>
            <a:off x="20019963" y="1310672"/>
            <a:ext cx="28625799" cy="28095597"/>
          </a:xfrm>
          <a:prstGeom prst="rect">
            <a:avLst/>
          </a:prstGeom>
          <a:noFill/>
          <a:ln>
            <a:noFill/>
          </a:ln>
        </p:spPr>
        <p:txBody>
          <a:bodyPr anchorCtr="0" anchor="t" bIns="218125" lIns="436275" spcFirstLastPara="1" rIns="436275" wrap="square" tIns="218125">
            <a:noAutofit/>
          </a:bodyPr>
          <a:lstStyle>
            <a:lvl1pPr indent="-431800" lvl="0" marL="457200" algn="l">
              <a:spcBef>
                <a:spcPts val="640"/>
              </a:spcBef>
              <a:spcAft>
                <a:spcPts val="0"/>
              </a:spcAft>
              <a:buClr>
                <a:schemeClr val="dk1"/>
              </a:buClr>
              <a:buSzPts val="3200"/>
              <a:buFont typeface="Times New Roman"/>
              <a:buChar char="•"/>
              <a:defRPr sz="3200"/>
            </a:lvl1pPr>
            <a:lvl2pPr indent="-406400" lvl="1" marL="914400" algn="l">
              <a:spcBef>
                <a:spcPts val="560"/>
              </a:spcBef>
              <a:spcAft>
                <a:spcPts val="0"/>
              </a:spcAft>
              <a:buClr>
                <a:schemeClr val="dk1"/>
              </a:buClr>
              <a:buSzPts val="2800"/>
              <a:buFont typeface="Times New Roman"/>
              <a:buChar char="–"/>
              <a:defRPr sz="2800"/>
            </a:lvl2pPr>
            <a:lvl3pPr indent="-381000" lvl="2" marL="1371600" algn="l">
              <a:spcBef>
                <a:spcPts val="480"/>
              </a:spcBef>
              <a:spcAft>
                <a:spcPts val="0"/>
              </a:spcAft>
              <a:buClr>
                <a:schemeClr val="dk1"/>
              </a:buClr>
              <a:buSzPts val="2400"/>
              <a:buFont typeface="Times New Roman"/>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spcBef>
                <a:spcPts val="400"/>
              </a:spcBef>
              <a:spcAft>
                <a:spcPts val="0"/>
              </a:spcAft>
              <a:buClr>
                <a:schemeClr val="dk1"/>
              </a:buClr>
              <a:buSzPts val="2000"/>
              <a:buFont typeface="Times New Roman"/>
              <a:buChar char="»"/>
              <a:defRPr sz="2000"/>
            </a:lvl6pPr>
            <a:lvl7pPr indent="-355600" lvl="6" marL="3200400" algn="l">
              <a:spcBef>
                <a:spcPts val="400"/>
              </a:spcBef>
              <a:spcAft>
                <a:spcPts val="0"/>
              </a:spcAft>
              <a:buClr>
                <a:schemeClr val="dk1"/>
              </a:buClr>
              <a:buSzPts val="2000"/>
              <a:buFont typeface="Times New Roman"/>
              <a:buChar char="»"/>
              <a:defRPr sz="2000"/>
            </a:lvl7pPr>
            <a:lvl8pPr indent="-355600" lvl="7" marL="3657600" algn="l">
              <a:spcBef>
                <a:spcPts val="400"/>
              </a:spcBef>
              <a:spcAft>
                <a:spcPts val="0"/>
              </a:spcAft>
              <a:buClr>
                <a:schemeClr val="dk1"/>
              </a:buClr>
              <a:buSzPts val="2000"/>
              <a:buFont typeface="Times New Roman"/>
              <a:buChar char="»"/>
              <a:defRPr sz="2000"/>
            </a:lvl8pPr>
            <a:lvl9pPr indent="-355600" lvl="8" marL="4114800" algn="l">
              <a:spcBef>
                <a:spcPts val="400"/>
              </a:spcBef>
              <a:spcAft>
                <a:spcPts val="0"/>
              </a:spcAft>
              <a:buClr>
                <a:schemeClr val="dk1"/>
              </a:buClr>
              <a:buSzPts val="2000"/>
              <a:buFont typeface="Times New Roman"/>
              <a:buChar char="»"/>
              <a:defRPr sz="2000"/>
            </a:lvl9pPr>
          </a:lstStyle>
          <a:p/>
        </p:txBody>
      </p:sp>
      <p:sp>
        <p:nvSpPr>
          <p:cNvPr id="37" name="Google Shape;37;p7"/>
          <p:cNvSpPr txBox="1"/>
          <p:nvPr>
            <p:ph idx="2" type="body"/>
          </p:nvPr>
        </p:nvSpPr>
        <p:spPr>
          <a:xfrm>
            <a:off x="2560638" y="6888678"/>
            <a:ext cx="16846550" cy="22517590"/>
          </a:xfrm>
          <a:prstGeom prst="rect">
            <a:avLst/>
          </a:prstGeom>
          <a:noFill/>
          <a:ln>
            <a:noFill/>
          </a:ln>
        </p:spPr>
        <p:txBody>
          <a:bodyPr anchorCtr="0" anchor="t" bIns="218125" lIns="436275" spcFirstLastPara="1" rIns="436275" wrap="square" tIns="218125">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38" name="Google Shape;38;p7"/>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7"/>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7"/>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8"/>
          <p:cNvSpPr txBox="1"/>
          <p:nvPr>
            <p:ph type="title"/>
          </p:nvPr>
        </p:nvSpPr>
        <p:spPr>
          <a:xfrm>
            <a:off x="3841750" y="2927350"/>
            <a:ext cx="43524487" cy="5484812"/>
          </a:xfrm>
          <a:prstGeom prst="rect">
            <a:avLst/>
          </a:prstGeom>
          <a:noFill/>
          <a:ln>
            <a:noFill/>
          </a:ln>
        </p:spPr>
        <p:txBody>
          <a:bodyPr anchorCtr="0" anchor="ctr" bIns="218125" lIns="436275" spcFirstLastPara="1" rIns="436275" wrap="square" tIns="2181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8"/>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8"/>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8"/>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2560641" y="1317961"/>
            <a:ext cx="46085126" cy="5486158"/>
          </a:xfrm>
          <a:prstGeom prst="rect">
            <a:avLst/>
          </a:prstGeom>
          <a:noFill/>
          <a:ln>
            <a:noFill/>
          </a:ln>
        </p:spPr>
        <p:txBody>
          <a:bodyPr anchorCtr="0" anchor="ctr" bIns="218125" lIns="436275" spcFirstLastPara="1" rIns="436275" wrap="square" tIns="2181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9"/>
          <p:cNvSpPr txBox="1"/>
          <p:nvPr>
            <p:ph idx="1" type="body"/>
          </p:nvPr>
        </p:nvSpPr>
        <p:spPr>
          <a:xfrm>
            <a:off x="2560638" y="7368334"/>
            <a:ext cx="22625050" cy="3070382"/>
          </a:xfrm>
          <a:prstGeom prst="rect">
            <a:avLst/>
          </a:prstGeom>
          <a:noFill/>
          <a:ln>
            <a:noFill/>
          </a:ln>
        </p:spPr>
        <p:txBody>
          <a:bodyPr anchorCtr="0" anchor="b" bIns="218125" lIns="436275" spcFirstLastPara="1" rIns="436275" wrap="square" tIns="218125">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49" name="Google Shape;49;p9"/>
          <p:cNvSpPr txBox="1"/>
          <p:nvPr>
            <p:ph idx="2" type="body"/>
          </p:nvPr>
        </p:nvSpPr>
        <p:spPr>
          <a:xfrm>
            <a:off x="2560638" y="10438716"/>
            <a:ext cx="22625050" cy="18967554"/>
          </a:xfrm>
          <a:prstGeom prst="rect">
            <a:avLst/>
          </a:prstGeom>
          <a:noFill/>
          <a:ln>
            <a:noFill/>
          </a:ln>
        </p:spPr>
        <p:txBody>
          <a:bodyPr anchorCtr="0" anchor="t" bIns="218125" lIns="436275" spcFirstLastPara="1" rIns="436275" wrap="square" tIns="218125">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50" name="Google Shape;50;p9"/>
          <p:cNvSpPr txBox="1"/>
          <p:nvPr>
            <p:ph idx="3" type="body"/>
          </p:nvPr>
        </p:nvSpPr>
        <p:spPr>
          <a:xfrm>
            <a:off x="26012775" y="7368334"/>
            <a:ext cx="22632987" cy="3070382"/>
          </a:xfrm>
          <a:prstGeom prst="rect">
            <a:avLst/>
          </a:prstGeom>
          <a:noFill/>
          <a:ln>
            <a:noFill/>
          </a:ln>
        </p:spPr>
        <p:txBody>
          <a:bodyPr anchorCtr="0" anchor="b" bIns="218125" lIns="436275" spcFirstLastPara="1" rIns="436275" wrap="square" tIns="218125">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51" name="Google Shape;51;p9"/>
          <p:cNvSpPr txBox="1"/>
          <p:nvPr>
            <p:ph idx="4" type="body"/>
          </p:nvPr>
        </p:nvSpPr>
        <p:spPr>
          <a:xfrm>
            <a:off x="26012775" y="10438716"/>
            <a:ext cx="22632987" cy="18967554"/>
          </a:xfrm>
          <a:prstGeom prst="rect">
            <a:avLst/>
          </a:prstGeom>
          <a:noFill/>
          <a:ln>
            <a:noFill/>
          </a:ln>
        </p:spPr>
        <p:txBody>
          <a:bodyPr anchorCtr="0" anchor="t" bIns="218125" lIns="436275" spcFirstLastPara="1" rIns="436275" wrap="square" tIns="218125">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52" name="Google Shape;52;p9"/>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9"/>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10"/>
          <p:cNvSpPr txBox="1"/>
          <p:nvPr>
            <p:ph type="title"/>
          </p:nvPr>
        </p:nvSpPr>
        <p:spPr>
          <a:xfrm>
            <a:off x="3841750" y="2927350"/>
            <a:ext cx="43524487" cy="5484812"/>
          </a:xfrm>
          <a:prstGeom prst="rect">
            <a:avLst/>
          </a:prstGeom>
          <a:noFill/>
          <a:ln>
            <a:noFill/>
          </a:ln>
        </p:spPr>
        <p:txBody>
          <a:bodyPr anchorCtr="0" anchor="ctr" bIns="218125" lIns="436275" spcFirstLastPara="1" rIns="436275" wrap="square" tIns="2181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10"/>
          <p:cNvSpPr txBox="1"/>
          <p:nvPr>
            <p:ph idx="1" type="body"/>
          </p:nvPr>
        </p:nvSpPr>
        <p:spPr>
          <a:xfrm>
            <a:off x="3841750" y="9507105"/>
            <a:ext cx="21685249" cy="19754831"/>
          </a:xfrm>
          <a:prstGeom prst="rect">
            <a:avLst/>
          </a:prstGeom>
          <a:noFill/>
          <a:ln>
            <a:noFill/>
          </a:ln>
        </p:spPr>
        <p:txBody>
          <a:bodyPr anchorCtr="0" anchor="t" bIns="218125" lIns="436275" spcFirstLastPara="1" rIns="436275" wrap="square" tIns="218125">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58" name="Google Shape;58;p10"/>
          <p:cNvSpPr txBox="1"/>
          <p:nvPr>
            <p:ph idx="2" type="body"/>
          </p:nvPr>
        </p:nvSpPr>
        <p:spPr>
          <a:xfrm>
            <a:off x="25679400" y="9507105"/>
            <a:ext cx="21686839" cy="19754831"/>
          </a:xfrm>
          <a:prstGeom prst="rect">
            <a:avLst/>
          </a:prstGeom>
          <a:noFill/>
          <a:ln>
            <a:noFill/>
          </a:ln>
        </p:spPr>
        <p:txBody>
          <a:bodyPr anchorCtr="0" anchor="t" bIns="218125" lIns="436275" spcFirstLastPara="1" rIns="436275" wrap="square" tIns="218125">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59" name="Google Shape;59;p10"/>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0"/>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0"/>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2" name="Shape 62"/>
        <p:cNvGrpSpPr/>
        <p:nvPr/>
      </p:nvGrpSpPr>
      <p:grpSpPr>
        <a:xfrm>
          <a:off x="0" y="0"/>
          <a:ext cx="0" cy="0"/>
          <a:chOff x="0" y="0"/>
          <a:chExt cx="0" cy="0"/>
        </a:xfrm>
      </p:grpSpPr>
      <p:sp>
        <p:nvSpPr>
          <p:cNvPr id="63" name="Google Shape;63;p11"/>
          <p:cNvSpPr txBox="1"/>
          <p:nvPr>
            <p:ph type="title"/>
          </p:nvPr>
        </p:nvSpPr>
        <p:spPr>
          <a:xfrm>
            <a:off x="4044953" y="21152978"/>
            <a:ext cx="43526075" cy="6538775"/>
          </a:xfrm>
          <a:prstGeom prst="rect">
            <a:avLst/>
          </a:prstGeom>
          <a:noFill/>
          <a:ln>
            <a:noFill/>
          </a:ln>
        </p:spPr>
        <p:txBody>
          <a:bodyPr anchorCtr="0" anchor="t" bIns="218125" lIns="436275" spcFirstLastPara="1" rIns="436275" wrap="square" tIns="218125">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11"/>
          <p:cNvSpPr txBox="1"/>
          <p:nvPr>
            <p:ph idx="1" type="body"/>
          </p:nvPr>
        </p:nvSpPr>
        <p:spPr>
          <a:xfrm>
            <a:off x="4044953" y="13952306"/>
            <a:ext cx="43526075" cy="7200672"/>
          </a:xfrm>
          <a:prstGeom prst="rect">
            <a:avLst/>
          </a:prstGeom>
          <a:noFill/>
          <a:ln>
            <a:noFill/>
          </a:ln>
        </p:spPr>
        <p:txBody>
          <a:bodyPr anchorCtr="0" anchor="b" bIns="218125" lIns="436275" spcFirstLastPara="1" rIns="436275" wrap="square" tIns="218125">
            <a:noAutofit/>
          </a:bodyPr>
          <a:lstStyle>
            <a:lvl1pPr indent="-228600" lvl="0" marL="457200" algn="l">
              <a:spcBef>
                <a:spcPts val="400"/>
              </a:spcBef>
              <a:spcAft>
                <a:spcPts val="0"/>
              </a:spcAft>
              <a:buClr>
                <a:schemeClr val="dk1"/>
              </a:buClr>
              <a:buSzPts val="2000"/>
              <a:buFont typeface="Times New Roman"/>
              <a:buNone/>
              <a:defRPr sz="2000"/>
            </a:lvl1pPr>
            <a:lvl2pPr indent="-228600" lvl="1" marL="914400" algn="l">
              <a:spcBef>
                <a:spcPts val="360"/>
              </a:spcBef>
              <a:spcAft>
                <a:spcPts val="0"/>
              </a:spcAft>
              <a:buClr>
                <a:schemeClr val="dk1"/>
              </a:buClr>
              <a:buSzPts val="1800"/>
              <a:buFont typeface="Times New Roman"/>
              <a:buNone/>
              <a:defRPr sz="1800"/>
            </a:lvl2pPr>
            <a:lvl3pPr indent="-228600" lvl="2" marL="1371600" algn="l">
              <a:spcBef>
                <a:spcPts val="320"/>
              </a:spcBef>
              <a:spcAft>
                <a:spcPts val="0"/>
              </a:spcAft>
              <a:buClr>
                <a:schemeClr val="dk1"/>
              </a:buClr>
              <a:buSzPts val="1600"/>
              <a:buFont typeface="Times New Roman"/>
              <a:buNone/>
              <a:defRPr sz="1600"/>
            </a:lvl3pPr>
            <a:lvl4pPr indent="-228600" lvl="3" marL="1828800" algn="l">
              <a:spcBef>
                <a:spcPts val="280"/>
              </a:spcBef>
              <a:spcAft>
                <a:spcPts val="0"/>
              </a:spcAft>
              <a:buClr>
                <a:schemeClr val="dk1"/>
              </a:buClr>
              <a:buSzPts val="1400"/>
              <a:buFont typeface="Times New Roman"/>
              <a:buNone/>
              <a:defRPr sz="1400"/>
            </a:lvl4pPr>
            <a:lvl5pPr indent="-228600" lvl="4" marL="2286000" algn="l">
              <a:spcBef>
                <a:spcPts val="280"/>
              </a:spcBef>
              <a:spcAft>
                <a:spcPts val="0"/>
              </a:spcAft>
              <a:buClr>
                <a:schemeClr val="dk1"/>
              </a:buClr>
              <a:buSzPts val="1400"/>
              <a:buFont typeface="Times New Roman"/>
              <a:buNone/>
              <a:defRPr sz="1400"/>
            </a:lvl5pPr>
            <a:lvl6pPr indent="-228600" lvl="5" marL="2743200" algn="l">
              <a:spcBef>
                <a:spcPts val="280"/>
              </a:spcBef>
              <a:spcAft>
                <a:spcPts val="0"/>
              </a:spcAft>
              <a:buClr>
                <a:schemeClr val="dk1"/>
              </a:buClr>
              <a:buSzPts val="1400"/>
              <a:buFont typeface="Times New Roman"/>
              <a:buNone/>
              <a:defRPr sz="1400"/>
            </a:lvl6pPr>
            <a:lvl7pPr indent="-228600" lvl="6" marL="3200400" algn="l">
              <a:spcBef>
                <a:spcPts val="280"/>
              </a:spcBef>
              <a:spcAft>
                <a:spcPts val="0"/>
              </a:spcAft>
              <a:buClr>
                <a:schemeClr val="dk1"/>
              </a:buClr>
              <a:buSzPts val="1400"/>
              <a:buFont typeface="Times New Roman"/>
              <a:buNone/>
              <a:defRPr sz="1400"/>
            </a:lvl7pPr>
            <a:lvl8pPr indent="-228600" lvl="7" marL="3657600" algn="l">
              <a:spcBef>
                <a:spcPts val="280"/>
              </a:spcBef>
              <a:spcAft>
                <a:spcPts val="0"/>
              </a:spcAft>
              <a:buClr>
                <a:schemeClr val="dk1"/>
              </a:buClr>
              <a:buSzPts val="1400"/>
              <a:buFont typeface="Times New Roman"/>
              <a:buNone/>
              <a:defRPr sz="1400"/>
            </a:lvl8pPr>
            <a:lvl9pPr indent="-228600" lvl="8" marL="4114800" algn="l">
              <a:spcBef>
                <a:spcPts val="280"/>
              </a:spcBef>
              <a:spcAft>
                <a:spcPts val="0"/>
              </a:spcAft>
              <a:buClr>
                <a:schemeClr val="dk1"/>
              </a:buClr>
              <a:buSzPts val="1400"/>
              <a:buFont typeface="Times New Roman"/>
              <a:buNone/>
              <a:defRPr sz="1400"/>
            </a:lvl9pPr>
          </a:lstStyle>
          <a:p/>
        </p:txBody>
      </p:sp>
      <p:sp>
        <p:nvSpPr>
          <p:cNvPr id="65" name="Google Shape;65;p11"/>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1"/>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1"/>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8" name="Shape 68"/>
        <p:cNvGrpSpPr/>
        <p:nvPr/>
      </p:nvGrpSpPr>
      <p:grpSpPr>
        <a:xfrm>
          <a:off x="0" y="0"/>
          <a:ext cx="0" cy="0"/>
          <a:chOff x="0" y="0"/>
          <a:chExt cx="0" cy="0"/>
        </a:xfrm>
      </p:grpSpPr>
      <p:sp>
        <p:nvSpPr>
          <p:cNvPr id="69" name="Google Shape;69;p12"/>
          <p:cNvSpPr txBox="1"/>
          <p:nvPr>
            <p:ph type="title"/>
          </p:nvPr>
        </p:nvSpPr>
        <p:spPr>
          <a:xfrm>
            <a:off x="3841750" y="2927350"/>
            <a:ext cx="43524487" cy="5484812"/>
          </a:xfrm>
          <a:prstGeom prst="rect">
            <a:avLst/>
          </a:prstGeom>
          <a:noFill/>
          <a:ln>
            <a:noFill/>
          </a:ln>
        </p:spPr>
        <p:txBody>
          <a:bodyPr anchorCtr="0" anchor="ctr" bIns="218125" lIns="436275" spcFirstLastPara="1" rIns="436275" wrap="square" tIns="2181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0" name="Google Shape;70;p12"/>
          <p:cNvSpPr txBox="1"/>
          <p:nvPr>
            <p:ph idx="1" type="body"/>
          </p:nvPr>
        </p:nvSpPr>
        <p:spPr>
          <a:xfrm>
            <a:off x="3841750" y="9507537"/>
            <a:ext cx="43524487" cy="19754850"/>
          </a:xfrm>
          <a:prstGeom prst="rect">
            <a:avLst/>
          </a:prstGeom>
          <a:noFill/>
          <a:ln>
            <a:noFill/>
          </a:ln>
        </p:spPr>
        <p:txBody>
          <a:bodyPr anchorCtr="0" anchor="t" bIns="218125" lIns="436275" spcFirstLastPara="1" rIns="436275" wrap="square" tIns="2181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2"/>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2"/>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2"/>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4" name="Shape 74"/>
        <p:cNvGrpSpPr/>
        <p:nvPr/>
      </p:nvGrpSpPr>
      <p:grpSpPr>
        <a:xfrm>
          <a:off x="0" y="0"/>
          <a:ext cx="0" cy="0"/>
          <a:chOff x="0" y="0"/>
          <a:chExt cx="0" cy="0"/>
        </a:xfrm>
      </p:grpSpPr>
      <p:sp>
        <p:nvSpPr>
          <p:cNvPr id="75" name="Google Shape;75;p13"/>
          <p:cNvSpPr txBox="1"/>
          <p:nvPr>
            <p:ph type="ctrTitle"/>
          </p:nvPr>
        </p:nvSpPr>
        <p:spPr>
          <a:xfrm>
            <a:off x="3840166" y="10225859"/>
            <a:ext cx="43526075" cy="7056338"/>
          </a:xfrm>
          <a:prstGeom prst="rect">
            <a:avLst/>
          </a:prstGeom>
          <a:noFill/>
          <a:ln>
            <a:noFill/>
          </a:ln>
        </p:spPr>
        <p:txBody>
          <a:bodyPr anchorCtr="0" anchor="ctr" bIns="218125" lIns="436275" spcFirstLastPara="1" rIns="436275" wrap="square" tIns="2181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 name="Google Shape;76;p13"/>
          <p:cNvSpPr txBox="1"/>
          <p:nvPr>
            <p:ph idx="1" type="subTitle"/>
          </p:nvPr>
        </p:nvSpPr>
        <p:spPr>
          <a:xfrm>
            <a:off x="7680325" y="18654102"/>
            <a:ext cx="35845751" cy="8412205"/>
          </a:xfrm>
          <a:prstGeom prst="rect">
            <a:avLst/>
          </a:prstGeom>
          <a:noFill/>
          <a:ln>
            <a:noFill/>
          </a:ln>
        </p:spPr>
        <p:txBody>
          <a:bodyPr anchorCtr="0" anchor="t" bIns="218125" lIns="436275" spcFirstLastPara="1" rIns="436275" wrap="square" tIns="218125">
            <a:noAutofit/>
          </a:bodyPr>
          <a:lstStyle>
            <a:lvl1pPr lvl="0" algn="ctr">
              <a:spcBef>
                <a:spcPts val="3060"/>
              </a:spcBef>
              <a:spcAft>
                <a:spcPts val="0"/>
              </a:spcAft>
              <a:buClr>
                <a:schemeClr val="dk1"/>
              </a:buClr>
              <a:buSzPts val="15300"/>
              <a:buFont typeface="Times New Roman"/>
              <a:buNone/>
              <a:defRPr/>
            </a:lvl1pPr>
            <a:lvl2pPr lvl="1" algn="ctr">
              <a:spcBef>
                <a:spcPts val="2680"/>
              </a:spcBef>
              <a:spcAft>
                <a:spcPts val="0"/>
              </a:spcAft>
              <a:buClr>
                <a:schemeClr val="dk1"/>
              </a:buClr>
              <a:buSzPts val="13400"/>
              <a:buFont typeface="Times New Roman"/>
              <a:buNone/>
              <a:defRPr/>
            </a:lvl2pPr>
            <a:lvl3pPr lvl="2" algn="ctr">
              <a:spcBef>
                <a:spcPts val="2300"/>
              </a:spcBef>
              <a:spcAft>
                <a:spcPts val="0"/>
              </a:spcAft>
              <a:buClr>
                <a:schemeClr val="dk1"/>
              </a:buClr>
              <a:buSzPts val="11500"/>
              <a:buFont typeface="Times New Roman"/>
              <a:buNone/>
              <a:defRPr/>
            </a:lvl3pPr>
            <a:lvl4pPr lvl="3" algn="ctr">
              <a:spcBef>
                <a:spcPts val="1900"/>
              </a:spcBef>
              <a:spcAft>
                <a:spcPts val="0"/>
              </a:spcAft>
              <a:buClr>
                <a:schemeClr val="dk1"/>
              </a:buClr>
              <a:buSzPts val="9500"/>
              <a:buFont typeface="Times New Roman"/>
              <a:buNone/>
              <a:defRPr/>
            </a:lvl4pPr>
            <a:lvl5pPr lvl="4" algn="ctr">
              <a:spcBef>
                <a:spcPts val="1900"/>
              </a:spcBef>
              <a:spcAft>
                <a:spcPts val="0"/>
              </a:spcAft>
              <a:buClr>
                <a:schemeClr val="dk1"/>
              </a:buClr>
              <a:buSzPts val="9500"/>
              <a:buFont typeface="Times New Roman"/>
              <a:buNone/>
              <a:defRPr/>
            </a:lvl5pPr>
            <a:lvl6pPr lvl="5" algn="ctr">
              <a:spcBef>
                <a:spcPts val="1900"/>
              </a:spcBef>
              <a:spcAft>
                <a:spcPts val="0"/>
              </a:spcAft>
              <a:buClr>
                <a:schemeClr val="dk1"/>
              </a:buClr>
              <a:buSzPts val="9500"/>
              <a:buFont typeface="Times New Roman"/>
              <a:buNone/>
              <a:defRPr/>
            </a:lvl6pPr>
            <a:lvl7pPr lvl="6" algn="ctr">
              <a:spcBef>
                <a:spcPts val="1900"/>
              </a:spcBef>
              <a:spcAft>
                <a:spcPts val="0"/>
              </a:spcAft>
              <a:buClr>
                <a:schemeClr val="dk1"/>
              </a:buClr>
              <a:buSzPts val="9500"/>
              <a:buFont typeface="Times New Roman"/>
              <a:buNone/>
              <a:defRPr/>
            </a:lvl7pPr>
            <a:lvl8pPr lvl="7" algn="ctr">
              <a:spcBef>
                <a:spcPts val="1900"/>
              </a:spcBef>
              <a:spcAft>
                <a:spcPts val="0"/>
              </a:spcAft>
              <a:buClr>
                <a:schemeClr val="dk1"/>
              </a:buClr>
              <a:buSzPts val="9500"/>
              <a:buFont typeface="Times New Roman"/>
              <a:buNone/>
              <a:defRPr/>
            </a:lvl8pPr>
            <a:lvl9pPr lvl="8" algn="ctr">
              <a:spcBef>
                <a:spcPts val="1900"/>
              </a:spcBef>
              <a:spcAft>
                <a:spcPts val="0"/>
              </a:spcAft>
              <a:buClr>
                <a:schemeClr val="dk1"/>
              </a:buClr>
              <a:buSzPts val="9500"/>
              <a:buFont typeface="Times New Roman"/>
              <a:buNone/>
              <a:defRPr/>
            </a:lvl9pPr>
          </a:lstStyle>
          <a:p/>
        </p:txBody>
      </p:sp>
      <p:sp>
        <p:nvSpPr>
          <p:cNvPr id="77" name="Google Shape;77;p13"/>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3"/>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3"/>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841750" y="2927350"/>
            <a:ext cx="43524487" cy="5484812"/>
          </a:xfrm>
          <a:prstGeom prst="rect">
            <a:avLst/>
          </a:prstGeom>
          <a:noFill/>
          <a:ln>
            <a:noFill/>
          </a:ln>
        </p:spPr>
        <p:txBody>
          <a:bodyPr anchorCtr="0" anchor="ctr" bIns="218125" lIns="436275" spcFirstLastPara="1" rIns="436275" wrap="square" tIns="218125">
            <a:noAutofit/>
          </a:bodyPr>
          <a:lstStyle>
            <a:lvl1pPr lvl="0" marR="0" rtl="0" algn="ctr">
              <a:spcBef>
                <a:spcPts val="0"/>
              </a:spcBef>
              <a:spcAft>
                <a:spcPts val="0"/>
              </a:spcAft>
              <a:buSzPts val="1400"/>
              <a:buNone/>
              <a:defRPr b="0" i="0" sz="21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210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210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210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210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210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210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210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21000" u="none" cap="none" strike="noStrike">
                <a:solidFill>
                  <a:schemeClr val="dk2"/>
                </a:solidFill>
                <a:latin typeface="Times New Roman"/>
                <a:ea typeface="Times New Roman"/>
                <a:cs typeface="Times New Roman"/>
                <a:sym typeface="Times New Roman"/>
              </a:defRPr>
            </a:lvl9pPr>
          </a:lstStyle>
          <a:p/>
        </p:txBody>
      </p:sp>
      <p:sp>
        <p:nvSpPr>
          <p:cNvPr id="7" name="Google Shape;7;p2"/>
          <p:cNvSpPr txBox="1"/>
          <p:nvPr>
            <p:ph idx="1" type="body"/>
          </p:nvPr>
        </p:nvSpPr>
        <p:spPr>
          <a:xfrm>
            <a:off x="3841750" y="9507537"/>
            <a:ext cx="43524487" cy="19754850"/>
          </a:xfrm>
          <a:prstGeom prst="rect">
            <a:avLst/>
          </a:prstGeom>
          <a:noFill/>
          <a:ln>
            <a:noFill/>
          </a:ln>
        </p:spPr>
        <p:txBody>
          <a:bodyPr anchorCtr="0" anchor="t" bIns="218125" lIns="436275" spcFirstLastPara="1" rIns="436275" wrap="square" tIns="218125">
            <a:noAutofit/>
          </a:bodyPr>
          <a:lstStyle>
            <a:lvl1pPr indent="-1200150" lvl="0" marL="457200" marR="0" rtl="0" algn="l">
              <a:spcBef>
                <a:spcPts val="3060"/>
              </a:spcBef>
              <a:spcAft>
                <a:spcPts val="0"/>
              </a:spcAft>
              <a:buClr>
                <a:schemeClr val="dk1"/>
              </a:buClr>
              <a:buSzPts val="15300"/>
              <a:buFont typeface="Times New Roman"/>
              <a:buChar char="•"/>
              <a:defRPr b="0" i="0" sz="15300" u="none" cap="none" strike="noStrike">
                <a:solidFill>
                  <a:schemeClr val="dk1"/>
                </a:solidFill>
                <a:latin typeface="Times New Roman"/>
                <a:ea typeface="Times New Roman"/>
                <a:cs typeface="Times New Roman"/>
                <a:sym typeface="Times New Roman"/>
              </a:defRPr>
            </a:lvl1pPr>
            <a:lvl2pPr indent="-1079500" lvl="1" marL="914400" marR="0" rtl="0" algn="l">
              <a:spcBef>
                <a:spcPts val="2680"/>
              </a:spcBef>
              <a:spcAft>
                <a:spcPts val="0"/>
              </a:spcAft>
              <a:buClr>
                <a:schemeClr val="dk1"/>
              </a:buClr>
              <a:buSzPts val="13400"/>
              <a:buFont typeface="Times New Roman"/>
              <a:buChar char="–"/>
              <a:defRPr b="0" i="0" sz="13400" u="none" cap="none" strike="noStrike">
                <a:solidFill>
                  <a:schemeClr val="dk1"/>
                </a:solidFill>
                <a:latin typeface="Times New Roman"/>
                <a:ea typeface="Times New Roman"/>
                <a:cs typeface="Times New Roman"/>
                <a:sym typeface="Times New Roman"/>
              </a:defRPr>
            </a:lvl2pPr>
            <a:lvl3pPr indent="-958850" lvl="2" marL="1371600" marR="0" rtl="0" algn="l">
              <a:spcBef>
                <a:spcPts val="2300"/>
              </a:spcBef>
              <a:spcAft>
                <a:spcPts val="0"/>
              </a:spcAft>
              <a:buClr>
                <a:schemeClr val="dk1"/>
              </a:buClr>
              <a:buSzPts val="11500"/>
              <a:buFont typeface="Times New Roman"/>
              <a:buChar char="•"/>
              <a:defRPr b="0" i="0" sz="11500" u="none" cap="none" strike="noStrike">
                <a:solidFill>
                  <a:schemeClr val="dk1"/>
                </a:solidFill>
                <a:latin typeface="Times New Roman"/>
                <a:ea typeface="Times New Roman"/>
                <a:cs typeface="Times New Roman"/>
                <a:sym typeface="Times New Roman"/>
              </a:defRPr>
            </a:lvl3pPr>
            <a:lvl4pPr indent="-831850" lvl="3" marL="1828800" marR="0" rtl="0" algn="l">
              <a:spcBef>
                <a:spcPts val="1900"/>
              </a:spcBef>
              <a:spcAft>
                <a:spcPts val="0"/>
              </a:spcAft>
              <a:buClr>
                <a:schemeClr val="dk1"/>
              </a:buClr>
              <a:buSzPts val="9500"/>
              <a:buFont typeface="Times New Roman"/>
              <a:buChar char="–"/>
              <a:defRPr b="0" i="0" sz="9500" u="none" cap="none" strike="noStrike">
                <a:solidFill>
                  <a:schemeClr val="dk1"/>
                </a:solidFill>
                <a:latin typeface="Times New Roman"/>
                <a:ea typeface="Times New Roman"/>
                <a:cs typeface="Times New Roman"/>
                <a:sym typeface="Times New Roman"/>
              </a:defRPr>
            </a:lvl4pPr>
            <a:lvl5pPr indent="-831850" lvl="4" marL="2286000" marR="0" rtl="0" algn="l">
              <a:spcBef>
                <a:spcPts val="1900"/>
              </a:spcBef>
              <a:spcAft>
                <a:spcPts val="0"/>
              </a:spcAft>
              <a:buClr>
                <a:schemeClr val="dk1"/>
              </a:buClr>
              <a:buSzPts val="9500"/>
              <a:buFont typeface="Times New Roman"/>
              <a:buChar char="»"/>
              <a:defRPr b="0" i="0" sz="9500" u="none" cap="none" strike="noStrike">
                <a:solidFill>
                  <a:schemeClr val="dk1"/>
                </a:solidFill>
                <a:latin typeface="Times New Roman"/>
                <a:ea typeface="Times New Roman"/>
                <a:cs typeface="Times New Roman"/>
                <a:sym typeface="Times New Roman"/>
              </a:defRPr>
            </a:lvl5pPr>
            <a:lvl6pPr indent="-831850" lvl="5" marL="2743200" marR="0" rtl="0" algn="l">
              <a:spcBef>
                <a:spcPts val="1900"/>
              </a:spcBef>
              <a:spcAft>
                <a:spcPts val="0"/>
              </a:spcAft>
              <a:buClr>
                <a:schemeClr val="dk1"/>
              </a:buClr>
              <a:buSzPts val="9500"/>
              <a:buFont typeface="Times New Roman"/>
              <a:buChar char="»"/>
              <a:defRPr b="0" i="0" sz="9500" u="none" cap="none" strike="noStrike">
                <a:solidFill>
                  <a:schemeClr val="dk1"/>
                </a:solidFill>
                <a:latin typeface="Times New Roman"/>
                <a:ea typeface="Times New Roman"/>
                <a:cs typeface="Times New Roman"/>
                <a:sym typeface="Times New Roman"/>
              </a:defRPr>
            </a:lvl6pPr>
            <a:lvl7pPr indent="-831850" lvl="6" marL="3200400" marR="0" rtl="0" algn="l">
              <a:spcBef>
                <a:spcPts val="1900"/>
              </a:spcBef>
              <a:spcAft>
                <a:spcPts val="0"/>
              </a:spcAft>
              <a:buClr>
                <a:schemeClr val="dk1"/>
              </a:buClr>
              <a:buSzPts val="9500"/>
              <a:buFont typeface="Times New Roman"/>
              <a:buChar char="»"/>
              <a:defRPr b="0" i="0" sz="9500" u="none" cap="none" strike="noStrike">
                <a:solidFill>
                  <a:schemeClr val="dk1"/>
                </a:solidFill>
                <a:latin typeface="Times New Roman"/>
                <a:ea typeface="Times New Roman"/>
                <a:cs typeface="Times New Roman"/>
                <a:sym typeface="Times New Roman"/>
              </a:defRPr>
            </a:lvl7pPr>
            <a:lvl8pPr indent="-831850" lvl="7" marL="3657600" marR="0" rtl="0" algn="l">
              <a:spcBef>
                <a:spcPts val="1900"/>
              </a:spcBef>
              <a:spcAft>
                <a:spcPts val="0"/>
              </a:spcAft>
              <a:buClr>
                <a:schemeClr val="dk1"/>
              </a:buClr>
              <a:buSzPts val="9500"/>
              <a:buFont typeface="Times New Roman"/>
              <a:buChar char="»"/>
              <a:defRPr b="0" i="0" sz="9500" u="none" cap="none" strike="noStrike">
                <a:solidFill>
                  <a:schemeClr val="dk1"/>
                </a:solidFill>
                <a:latin typeface="Times New Roman"/>
                <a:ea typeface="Times New Roman"/>
                <a:cs typeface="Times New Roman"/>
                <a:sym typeface="Times New Roman"/>
              </a:defRPr>
            </a:lvl8pPr>
            <a:lvl9pPr indent="-831850" lvl="8" marL="4114800" marR="0" rtl="0" algn="l">
              <a:spcBef>
                <a:spcPts val="1900"/>
              </a:spcBef>
              <a:spcAft>
                <a:spcPts val="0"/>
              </a:spcAft>
              <a:buClr>
                <a:schemeClr val="dk1"/>
              </a:buClr>
              <a:buSzPts val="9500"/>
              <a:buFont typeface="Times New Roman"/>
              <a:buChar char="»"/>
              <a:defRPr b="0" i="0" sz="9500" u="none" cap="none" strike="noStrike">
                <a:solidFill>
                  <a:schemeClr val="dk1"/>
                </a:solidFill>
                <a:latin typeface="Times New Roman"/>
                <a:ea typeface="Times New Roman"/>
                <a:cs typeface="Times New Roman"/>
                <a:sym typeface="Times New Roman"/>
              </a:defRPr>
            </a:lvl9pPr>
          </a:lstStyle>
          <a:p/>
        </p:txBody>
      </p:sp>
      <p:sp>
        <p:nvSpPr>
          <p:cNvPr id="8" name="Google Shape;8;p2"/>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marR="0" rtl="0" algn="l">
              <a:lnSpc>
                <a:spcPct val="100000"/>
              </a:lnSpc>
              <a:spcBef>
                <a:spcPts val="0"/>
              </a:spcBef>
              <a:spcAft>
                <a:spcPts val="0"/>
              </a:spcAft>
              <a:buSzPts val="1400"/>
              <a:buNone/>
              <a:defRPr b="0" i="0" sz="36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36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36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36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36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36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36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36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3600" u="none" cap="none" strike="noStrike">
                <a:solidFill>
                  <a:schemeClr val="dk1"/>
                </a:solidFill>
                <a:latin typeface="Times New Roman"/>
                <a:ea typeface="Times New Roman"/>
                <a:cs typeface="Times New Roman"/>
                <a:sym typeface="Times New Roman"/>
              </a:defRPr>
            </a:lvl9pPr>
          </a:lstStyle>
          <a:p/>
        </p:txBody>
      </p:sp>
      <p:sp>
        <p:nvSpPr>
          <p:cNvPr id="9" name="Google Shape;9;p2"/>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marR="0" rtl="0" algn="l">
              <a:lnSpc>
                <a:spcPct val="100000"/>
              </a:lnSpc>
              <a:spcBef>
                <a:spcPts val="0"/>
              </a:spcBef>
              <a:spcAft>
                <a:spcPts val="0"/>
              </a:spcAft>
              <a:buSzPts val="1400"/>
              <a:buNone/>
              <a:defRPr b="0" i="0" sz="36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36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36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36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36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36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36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36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3600" u="none" cap="none" strike="noStrike">
                <a:solidFill>
                  <a:schemeClr val="dk1"/>
                </a:solidFill>
                <a:latin typeface="Times New Roman"/>
                <a:ea typeface="Times New Roman"/>
                <a:cs typeface="Times New Roman"/>
                <a:sym typeface="Times New Roman"/>
              </a:defRPr>
            </a:lvl9pPr>
          </a:lstStyle>
          <a:p/>
        </p:txBody>
      </p:sp>
      <p:sp>
        <p:nvSpPr>
          <p:cNvPr id="10" name="Google Shape;10;p2"/>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rtl="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10" Type="http://schemas.openxmlformats.org/officeDocument/2006/relationships/image" Target="../media/image2.png"/><Relationship Id="rId9" Type="http://schemas.openxmlformats.org/officeDocument/2006/relationships/image" Target="../media/image1.png"/><Relationship Id="rId5" Type="http://schemas.openxmlformats.org/officeDocument/2006/relationships/image" Target="../media/image8.jpg"/><Relationship Id="rId6" Type="http://schemas.openxmlformats.org/officeDocument/2006/relationships/image" Target="../media/image7.png"/><Relationship Id="rId7" Type="http://schemas.openxmlformats.org/officeDocument/2006/relationships/image" Target="../media/image3.png"/><Relationship Id="rId8"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
          <p:cNvPicPr preferRelativeResize="0"/>
          <p:nvPr/>
        </p:nvPicPr>
        <p:blipFill>
          <a:blip r:embed="rId3">
            <a:alphaModFix/>
          </a:blip>
          <a:stretch>
            <a:fillRect/>
          </a:stretch>
        </p:blipFill>
        <p:spPr>
          <a:xfrm>
            <a:off x="13200300" y="20118800"/>
            <a:ext cx="19165133" cy="11366525"/>
          </a:xfrm>
          <a:prstGeom prst="rect">
            <a:avLst/>
          </a:prstGeom>
          <a:noFill/>
          <a:ln>
            <a:noFill/>
          </a:ln>
        </p:spPr>
      </p:pic>
      <p:sp>
        <p:nvSpPr>
          <p:cNvPr id="85" name="Google Shape;85;p1"/>
          <p:cNvSpPr txBox="1"/>
          <p:nvPr/>
        </p:nvSpPr>
        <p:spPr>
          <a:xfrm>
            <a:off x="7586712" y="1333700"/>
            <a:ext cx="36033000" cy="142230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7200"/>
              <a:buFont typeface="Arial"/>
              <a:buNone/>
            </a:pPr>
            <a:r>
              <a:rPr b="1" lang="en-US" sz="9600">
                <a:solidFill>
                  <a:schemeClr val="dk1"/>
                </a:solidFill>
                <a:latin typeface="Times New Roman"/>
                <a:ea typeface="Times New Roman"/>
                <a:cs typeface="Times New Roman"/>
                <a:sym typeface="Times New Roman"/>
              </a:rPr>
              <a:t>Cycle Statistic Tool</a:t>
            </a:r>
            <a:endParaRPr sz="9600">
              <a:latin typeface="Times New Roman"/>
              <a:ea typeface="Times New Roman"/>
              <a:cs typeface="Times New Roman"/>
              <a:sym typeface="Times New Roman"/>
            </a:endParaRPr>
          </a:p>
        </p:txBody>
      </p:sp>
      <p:sp>
        <p:nvSpPr>
          <p:cNvPr id="86" name="Google Shape;86;p1"/>
          <p:cNvSpPr txBox="1"/>
          <p:nvPr/>
        </p:nvSpPr>
        <p:spPr>
          <a:xfrm>
            <a:off x="19764450" y="2982475"/>
            <a:ext cx="11838000" cy="2862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6000"/>
              <a:buFont typeface="Times New Roman"/>
              <a:buNone/>
            </a:pPr>
            <a:r>
              <a:rPr lang="en-US" sz="6000">
                <a:solidFill>
                  <a:schemeClr val="dk1"/>
                </a:solidFill>
                <a:latin typeface="Times New Roman"/>
                <a:ea typeface="Times New Roman"/>
                <a:cs typeface="Times New Roman"/>
                <a:sym typeface="Times New Roman"/>
              </a:rPr>
              <a:t>Cody Klingler, Jacob Hoffman</a:t>
            </a:r>
            <a:endParaRPr sz="6000">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6000"/>
              <a:buFont typeface="Times New Roman"/>
              <a:buNone/>
            </a:pPr>
            <a:r>
              <a:rPr lang="en-US" sz="6000">
                <a:solidFill>
                  <a:schemeClr val="dk1"/>
                </a:solidFill>
                <a:latin typeface="Times New Roman"/>
                <a:ea typeface="Times New Roman"/>
                <a:cs typeface="Times New Roman"/>
                <a:sym typeface="Times New Roman"/>
              </a:rPr>
              <a:t>Computer Engineering</a:t>
            </a:r>
            <a:endParaRPr sz="6000">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6000"/>
              <a:buFont typeface="Times New Roman"/>
              <a:buNone/>
            </a:pPr>
            <a:r>
              <a:rPr b="0" i="0" lang="en-US" sz="6000" u="none" cap="none" strike="noStrike">
                <a:solidFill>
                  <a:schemeClr val="dk1"/>
                </a:solidFill>
                <a:latin typeface="Times New Roman"/>
                <a:ea typeface="Times New Roman"/>
                <a:cs typeface="Times New Roman"/>
                <a:sym typeface="Times New Roman"/>
              </a:rPr>
              <a:t>University of Pittsburgh at Johnstown</a:t>
            </a:r>
            <a:endParaRPr/>
          </a:p>
        </p:txBody>
      </p:sp>
      <p:sp>
        <p:nvSpPr>
          <p:cNvPr id="87" name="Google Shape;87;p1"/>
          <p:cNvSpPr txBox="1"/>
          <p:nvPr/>
        </p:nvSpPr>
        <p:spPr>
          <a:xfrm>
            <a:off x="40166429" y="7067604"/>
            <a:ext cx="0" cy="554156"/>
          </a:xfrm>
          <a:prstGeom prst="rect">
            <a:avLst/>
          </a:prstGeom>
          <a:solidFill>
            <a:srgbClr val="BF9000"/>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3600" u="none">
              <a:solidFill>
                <a:schemeClr val="dk1"/>
              </a:solidFill>
              <a:latin typeface="Times New Roman"/>
              <a:ea typeface="Times New Roman"/>
              <a:cs typeface="Times New Roman"/>
              <a:sym typeface="Times New Roman"/>
            </a:endParaRPr>
          </a:p>
        </p:txBody>
      </p:sp>
      <p:sp>
        <p:nvSpPr>
          <p:cNvPr id="88" name="Google Shape;88;p1"/>
          <p:cNvSpPr txBox="1"/>
          <p:nvPr/>
        </p:nvSpPr>
        <p:spPr>
          <a:xfrm>
            <a:off x="10771175" y="7067600"/>
            <a:ext cx="9659400" cy="7403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4000"/>
              <a:buFont typeface="Times New Roman"/>
              <a:buNone/>
            </a:pPr>
            <a:r>
              <a:rPr b="1" lang="en-US" sz="3800">
                <a:latin typeface="Times New Roman"/>
                <a:ea typeface="Times New Roman"/>
                <a:cs typeface="Times New Roman"/>
                <a:sym typeface="Times New Roman"/>
              </a:rPr>
              <a:t>Problem Identification:</a:t>
            </a:r>
            <a:endParaRPr b="1" sz="38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3800">
                <a:latin typeface="Times New Roman"/>
                <a:ea typeface="Times New Roman"/>
                <a:cs typeface="Times New Roman"/>
                <a:sym typeface="Times New Roman"/>
              </a:rPr>
              <a:t>Currently, there are several wearable devices available for cyclists that offer general data collection about a cycling session; however, they do not offer specific statistic tracking for the user, only general data about the location, duration, and exercise of the cycling trip. The specialized meters that are available to cyclists currently offer very few measurements. Cyclists require a better, more encompassing solution for setting goals and tracking improvement.</a:t>
            </a:r>
            <a:endParaRPr sz="1600">
              <a:latin typeface="Times New Roman"/>
              <a:ea typeface="Times New Roman"/>
              <a:cs typeface="Times New Roman"/>
              <a:sym typeface="Times New Roman"/>
            </a:endParaRPr>
          </a:p>
        </p:txBody>
      </p:sp>
      <p:pic>
        <p:nvPicPr>
          <p:cNvPr descr="Pitt-Johnstown Seal" id="89" name="Google Shape;89;p1"/>
          <p:cNvPicPr preferRelativeResize="0"/>
          <p:nvPr/>
        </p:nvPicPr>
        <p:blipFill rotWithShape="1">
          <a:blip r:embed="rId4">
            <a:alphaModFix/>
          </a:blip>
          <a:srcRect b="0" l="0" r="0" t="0"/>
          <a:stretch/>
        </p:blipFill>
        <p:spPr>
          <a:xfrm>
            <a:off x="1863625" y="882875"/>
            <a:ext cx="4813400" cy="4332045"/>
          </a:xfrm>
          <a:prstGeom prst="rect">
            <a:avLst/>
          </a:prstGeom>
          <a:noFill/>
          <a:ln>
            <a:noFill/>
          </a:ln>
        </p:spPr>
      </p:pic>
      <p:pic>
        <p:nvPicPr>
          <p:cNvPr descr="Pitt-Johnstown Seal" id="90" name="Google Shape;90;p1"/>
          <p:cNvPicPr preferRelativeResize="0"/>
          <p:nvPr/>
        </p:nvPicPr>
        <p:blipFill rotWithShape="1">
          <a:blip r:embed="rId4">
            <a:alphaModFix/>
          </a:blip>
          <a:srcRect b="0" l="0" r="0" t="0"/>
          <a:stretch/>
        </p:blipFill>
        <p:spPr>
          <a:xfrm>
            <a:off x="43919325" y="882875"/>
            <a:ext cx="4813400" cy="4332052"/>
          </a:xfrm>
          <a:prstGeom prst="rect">
            <a:avLst/>
          </a:prstGeom>
          <a:noFill/>
          <a:ln>
            <a:noFill/>
          </a:ln>
        </p:spPr>
      </p:pic>
      <p:sp>
        <p:nvSpPr>
          <p:cNvPr id="91" name="Google Shape;91;p1"/>
          <p:cNvSpPr txBox="1"/>
          <p:nvPr/>
        </p:nvSpPr>
        <p:spPr>
          <a:xfrm>
            <a:off x="19242875" y="31321650"/>
            <a:ext cx="7080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Times New Roman"/>
              <a:buNone/>
            </a:pPr>
            <a:r>
              <a:rPr b="0" i="1" lang="en-US" sz="3600" u="none">
                <a:solidFill>
                  <a:schemeClr val="dk1"/>
                </a:solidFill>
                <a:latin typeface="Times New Roman"/>
                <a:ea typeface="Times New Roman"/>
                <a:cs typeface="Times New Roman"/>
                <a:sym typeface="Times New Roman"/>
              </a:rPr>
              <a:t>Figure </a:t>
            </a:r>
            <a:r>
              <a:rPr i="1" lang="en-US" sz="3600">
                <a:solidFill>
                  <a:schemeClr val="dk1"/>
                </a:solidFill>
                <a:latin typeface="Times New Roman"/>
                <a:ea typeface="Times New Roman"/>
                <a:cs typeface="Times New Roman"/>
                <a:sym typeface="Times New Roman"/>
              </a:rPr>
              <a:t>2</a:t>
            </a:r>
            <a:r>
              <a:rPr b="0" i="1" lang="en-US" sz="3600" u="none">
                <a:solidFill>
                  <a:schemeClr val="dk1"/>
                </a:solidFill>
                <a:latin typeface="Times New Roman"/>
                <a:ea typeface="Times New Roman"/>
                <a:cs typeface="Times New Roman"/>
                <a:sym typeface="Times New Roman"/>
              </a:rPr>
              <a:t>: </a:t>
            </a:r>
            <a:r>
              <a:rPr i="1" lang="en-US" sz="3600">
                <a:solidFill>
                  <a:schemeClr val="dk1"/>
                </a:solidFill>
                <a:latin typeface="Times New Roman"/>
                <a:ea typeface="Times New Roman"/>
                <a:cs typeface="Times New Roman"/>
                <a:sym typeface="Times New Roman"/>
              </a:rPr>
              <a:t>Cycle Statistic Tool Design</a:t>
            </a:r>
            <a:endParaRPr/>
          </a:p>
        </p:txBody>
      </p:sp>
      <p:sp>
        <p:nvSpPr>
          <p:cNvPr id="92" name="Google Shape;92;p1"/>
          <p:cNvSpPr txBox="1"/>
          <p:nvPr/>
        </p:nvSpPr>
        <p:spPr>
          <a:xfrm>
            <a:off x="37737450" y="31321650"/>
            <a:ext cx="8089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Times New Roman"/>
              <a:buNone/>
            </a:pPr>
            <a:r>
              <a:rPr b="0" i="1" lang="en-US" sz="3600" u="none">
                <a:solidFill>
                  <a:schemeClr val="dk1"/>
                </a:solidFill>
                <a:latin typeface="Times New Roman"/>
                <a:ea typeface="Times New Roman"/>
                <a:cs typeface="Times New Roman"/>
                <a:sym typeface="Times New Roman"/>
              </a:rPr>
              <a:t>Figure </a:t>
            </a:r>
            <a:r>
              <a:rPr i="1" lang="en-US" sz="3600">
                <a:solidFill>
                  <a:schemeClr val="dk1"/>
                </a:solidFill>
                <a:latin typeface="Times New Roman"/>
                <a:ea typeface="Times New Roman"/>
                <a:cs typeface="Times New Roman"/>
                <a:sym typeface="Times New Roman"/>
              </a:rPr>
              <a:t>3: </a:t>
            </a:r>
            <a:r>
              <a:rPr i="1" lang="en-US" sz="3600">
                <a:solidFill>
                  <a:schemeClr val="dk1"/>
                </a:solidFill>
                <a:latin typeface="Times New Roman"/>
                <a:ea typeface="Times New Roman"/>
                <a:cs typeface="Times New Roman"/>
                <a:sym typeface="Times New Roman"/>
              </a:rPr>
              <a:t>Display Mounted on Handlebars</a:t>
            </a:r>
            <a:endParaRPr/>
          </a:p>
        </p:txBody>
      </p:sp>
      <p:sp>
        <p:nvSpPr>
          <p:cNvPr id="93" name="Google Shape;93;p1"/>
          <p:cNvSpPr txBox="1"/>
          <p:nvPr/>
        </p:nvSpPr>
        <p:spPr>
          <a:xfrm>
            <a:off x="33682475" y="19682750"/>
            <a:ext cx="14088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Times New Roman"/>
              <a:buNone/>
            </a:pPr>
            <a:r>
              <a:rPr b="0" i="1" lang="en-US" sz="3600" u="none">
                <a:solidFill>
                  <a:schemeClr val="dk1"/>
                </a:solidFill>
                <a:latin typeface="Times New Roman"/>
                <a:ea typeface="Times New Roman"/>
                <a:cs typeface="Times New Roman"/>
                <a:sym typeface="Times New Roman"/>
              </a:rPr>
              <a:t>Figure </a:t>
            </a:r>
            <a:r>
              <a:rPr i="1" lang="en-US" sz="3600">
                <a:solidFill>
                  <a:schemeClr val="dk1"/>
                </a:solidFill>
                <a:latin typeface="Times New Roman"/>
                <a:ea typeface="Times New Roman"/>
                <a:cs typeface="Times New Roman"/>
                <a:sym typeface="Times New Roman"/>
              </a:rPr>
              <a:t>4</a:t>
            </a:r>
            <a:r>
              <a:rPr b="0" i="1" lang="en-US" sz="3600" u="none">
                <a:solidFill>
                  <a:schemeClr val="dk1"/>
                </a:solidFill>
                <a:latin typeface="Times New Roman"/>
                <a:ea typeface="Times New Roman"/>
                <a:cs typeface="Times New Roman"/>
                <a:sym typeface="Times New Roman"/>
              </a:rPr>
              <a:t>: Block Diagram Illustration of Hardware Component Interactions</a:t>
            </a:r>
            <a:endParaRPr/>
          </a:p>
        </p:txBody>
      </p:sp>
      <p:sp>
        <p:nvSpPr>
          <p:cNvPr id="94" name="Google Shape;94;p1"/>
          <p:cNvSpPr txBox="1"/>
          <p:nvPr/>
        </p:nvSpPr>
        <p:spPr>
          <a:xfrm>
            <a:off x="10771075" y="14960235"/>
            <a:ext cx="9659400" cy="4713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4000"/>
              <a:buFont typeface="Times New Roman"/>
              <a:buNone/>
            </a:pPr>
            <a:r>
              <a:rPr b="1" lang="en-US" sz="3800">
                <a:latin typeface="Times New Roman"/>
                <a:ea typeface="Times New Roman"/>
                <a:cs typeface="Times New Roman"/>
                <a:sym typeface="Times New Roman"/>
              </a:rPr>
              <a:t>Engineering Formulation:</a:t>
            </a:r>
            <a:endParaRPr b="1" sz="38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3800">
                <a:latin typeface="Times New Roman"/>
                <a:ea typeface="Times New Roman"/>
                <a:cs typeface="Times New Roman"/>
                <a:sym typeface="Times New Roman"/>
              </a:rPr>
              <a:t>Sensors and components may be used to create a device designed to provide a large collection of cycling data. Transmitting cycling data to a companion application will provide record of each cycling session for use in improving a user’s cycling skills.</a:t>
            </a:r>
            <a:endParaRPr sz="3800">
              <a:latin typeface="Times New Roman"/>
              <a:ea typeface="Times New Roman"/>
              <a:cs typeface="Times New Roman"/>
              <a:sym typeface="Times New Roman"/>
            </a:endParaRPr>
          </a:p>
        </p:txBody>
      </p:sp>
      <p:sp>
        <p:nvSpPr>
          <p:cNvPr id="95" name="Google Shape;95;p1"/>
          <p:cNvSpPr txBox="1"/>
          <p:nvPr/>
        </p:nvSpPr>
        <p:spPr>
          <a:xfrm>
            <a:off x="688688" y="6072525"/>
            <a:ext cx="9659400" cy="743100"/>
          </a:xfrm>
          <a:prstGeom prst="rect">
            <a:avLst/>
          </a:prstGeom>
          <a:solidFill>
            <a:srgbClr val="BF9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4100">
                <a:solidFill>
                  <a:srgbClr val="FFFFFF"/>
                </a:solidFill>
              </a:rPr>
              <a:t>Abstract</a:t>
            </a:r>
            <a:endParaRPr b="1" sz="4100">
              <a:solidFill>
                <a:srgbClr val="FFFFFF"/>
              </a:solidFill>
            </a:endParaRPr>
          </a:p>
        </p:txBody>
      </p:sp>
      <p:sp>
        <p:nvSpPr>
          <p:cNvPr id="96" name="Google Shape;96;p1"/>
          <p:cNvSpPr txBox="1"/>
          <p:nvPr/>
        </p:nvSpPr>
        <p:spPr>
          <a:xfrm>
            <a:off x="20853638" y="6072525"/>
            <a:ext cx="9659400" cy="743100"/>
          </a:xfrm>
          <a:prstGeom prst="rect">
            <a:avLst/>
          </a:prstGeom>
          <a:solidFill>
            <a:srgbClr val="BF9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4100">
                <a:solidFill>
                  <a:srgbClr val="FFFFFF"/>
                </a:solidFill>
              </a:rPr>
              <a:t>Operation</a:t>
            </a:r>
            <a:endParaRPr b="1" sz="4100">
              <a:solidFill>
                <a:srgbClr val="FFFFFF"/>
              </a:solidFill>
            </a:endParaRPr>
          </a:p>
        </p:txBody>
      </p:sp>
      <p:sp>
        <p:nvSpPr>
          <p:cNvPr id="97" name="Google Shape;97;p1"/>
          <p:cNvSpPr txBox="1"/>
          <p:nvPr/>
        </p:nvSpPr>
        <p:spPr>
          <a:xfrm>
            <a:off x="10771163" y="6072525"/>
            <a:ext cx="9659400" cy="743100"/>
          </a:xfrm>
          <a:prstGeom prst="rect">
            <a:avLst/>
          </a:prstGeom>
          <a:solidFill>
            <a:srgbClr val="BF9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4100">
                <a:solidFill>
                  <a:srgbClr val="FFFFFF"/>
                </a:solidFill>
              </a:rPr>
              <a:t>Justification</a:t>
            </a:r>
            <a:endParaRPr b="1" sz="4100">
              <a:solidFill>
                <a:srgbClr val="FFFFFF"/>
              </a:solidFill>
            </a:endParaRPr>
          </a:p>
        </p:txBody>
      </p:sp>
      <p:sp>
        <p:nvSpPr>
          <p:cNvPr id="98" name="Google Shape;98;p1"/>
          <p:cNvSpPr txBox="1"/>
          <p:nvPr/>
        </p:nvSpPr>
        <p:spPr>
          <a:xfrm>
            <a:off x="30936113" y="6071850"/>
            <a:ext cx="19581600" cy="743100"/>
          </a:xfrm>
          <a:prstGeom prst="rect">
            <a:avLst/>
          </a:prstGeom>
          <a:solidFill>
            <a:srgbClr val="BF9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4100">
                <a:solidFill>
                  <a:srgbClr val="FFFFFF"/>
                </a:solidFill>
              </a:rPr>
              <a:t>System Block Diagram</a:t>
            </a:r>
            <a:endParaRPr b="1" sz="4100">
              <a:solidFill>
                <a:srgbClr val="FFFFFF"/>
              </a:solidFill>
            </a:endParaRPr>
          </a:p>
        </p:txBody>
      </p:sp>
      <p:sp>
        <p:nvSpPr>
          <p:cNvPr id="99" name="Google Shape;99;p1"/>
          <p:cNvSpPr txBox="1"/>
          <p:nvPr/>
        </p:nvSpPr>
        <p:spPr>
          <a:xfrm>
            <a:off x="688600" y="7067600"/>
            <a:ext cx="9659400" cy="816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3800">
                <a:solidFill>
                  <a:schemeClr val="dk1"/>
                </a:solidFill>
                <a:latin typeface="Times New Roman"/>
                <a:ea typeface="Times New Roman"/>
                <a:cs typeface="Times New Roman"/>
                <a:sym typeface="Times New Roman"/>
              </a:rPr>
              <a:t>The Cycle Statistic Tool is a data recording device which will be attached to the frame of a bicycle. In this position, several electronic components may be used to record statistics about a user’s cycling trip. The Cycle Statistic Tool will transmit data to a companion application that is installed on a user’s smartphone. This application will utilize the collected information to provide records of a user’s cycling sessions in the form of graphs and charts that enable the user to improve their cycling skills.</a:t>
            </a:r>
            <a:endParaRPr sz="3800">
              <a:solidFill>
                <a:srgbClr val="595959"/>
              </a:solidFill>
              <a:latin typeface="Times New Roman"/>
              <a:ea typeface="Times New Roman"/>
              <a:cs typeface="Times New Roman"/>
              <a:sym typeface="Times New Roman"/>
            </a:endParaRPr>
          </a:p>
        </p:txBody>
      </p:sp>
      <p:pic>
        <p:nvPicPr>
          <p:cNvPr id="100" name="Google Shape;100;p1"/>
          <p:cNvPicPr preferRelativeResize="0"/>
          <p:nvPr/>
        </p:nvPicPr>
        <p:blipFill>
          <a:blip r:embed="rId5">
            <a:alphaModFix/>
          </a:blip>
          <a:stretch>
            <a:fillRect/>
          </a:stretch>
        </p:blipFill>
        <p:spPr>
          <a:xfrm>
            <a:off x="34122075" y="22413425"/>
            <a:ext cx="15320553" cy="7565705"/>
          </a:xfrm>
          <a:prstGeom prst="rect">
            <a:avLst/>
          </a:prstGeom>
          <a:noFill/>
          <a:ln>
            <a:noFill/>
          </a:ln>
        </p:spPr>
      </p:pic>
      <p:sp>
        <p:nvSpPr>
          <p:cNvPr id="101" name="Google Shape;101;p1"/>
          <p:cNvSpPr txBox="1"/>
          <p:nvPr/>
        </p:nvSpPr>
        <p:spPr>
          <a:xfrm>
            <a:off x="20853750" y="7067600"/>
            <a:ext cx="9659400" cy="12784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lang="en-US" sz="3800">
                <a:solidFill>
                  <a:schemeClr val="dk1"/>
                </a:solidFill>
                <a:latin typeface="Times New Roman"/>
                <a:ea typeface="Times New Roman"/>
                <a:cs typeface="Times New Roman"/>
                <a:sym typeface="Times New Roman"/>
              </a:rPr>
              <a:t>The Cycle Statistic Tool is composed of  two microcontrollers and the system of components connected to each. The microcontroller on the handle bars will be used as the primary device to connect all sensors and for operation of the device. The secondary microcontroller will be attached to the pedal shaft and will wirelessly relay data to the primary board. The block diagram in Figure 4 depicts how each component is connected to the system. The user will begin using the Cycle Statistic Tool by powering on and calibrating the device. Then, the user will connect the device to the mobile application with </a:t>
            </a:r>
            <a:r>
              <a:rPr lang="en-US" sz="3800">
                <a:solidFill>
                  <a:schemeClr val="dk1"/>
                </a:solidFill>
                <a:latin typeface="Times New Roman"/>
                <a:ea typeface="Times New Roman"/>
                <a:cs typeface="Times New Roman"/>
                <a:sym typeface="Times New Roman"/>
              </a:rPr>
              <a:t>bluetooth</a:t>
            </a:r>
            <a:r>
              <a:rPr lang="en-US" sz="3800">
                <a:solidFill>
                  <a:schemeClr val="dk1"/>
                </a:solidFill>
                <a:latin typeface="Times New Roman"/>
                <a:ea typeface="Times New Roman"/>
                <a:cs typeface="Times New Roman"/>
                <a:sym typeface="Times New Roman"/>
              </a:rPr>
              <a:t>. The user may begin recording a trip to their device by clicking ‘start’ on the companion application. Live metrics will be displayed on the device and smartphone during usage. Finally, the trip may be saved by clicking ‘finish’ on the application.</a:t>
            </a:r>
            <a:endParaRPr b="1" sz="3800">
              <a:latin typeface="Times New Roman"/>
              <a:ea typeface="Times New Roman"/>
              <a:cs typeface="Times New Roman"/>
              <a:sym typeface="Times New Roman"/>
            </a:endParaRPr>
          </a:p>
        </p:txBody>
      </p:sp>
      <p:sp>
        <p:nvSpPr>
          <p:cNvPr id="102" name="Google Shape;102;p1"/>
          <p:cNvSpPr txBox="1"/>
          <p:nvPr/>
        </p:nvSpPr>
        <p:spPr>
          <a:xfrm>
            <a:off x="2477625" y="31398800"/>
            <a:ext cx="6469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Times New Roman"/>
              <a:buNone/>
            </a:pPr>
            <a:r>
              <a:rPr b="0" i="1" lang="en-US" sz="3600" u="none">
                <a:solidFill>
                  <a:schemeClr val="dk1"/>
                </a:solidFill>
                <a:latin typeface="Times New Roman"/>
                <a:ea typeface="Times New Roman"/>
                <a:cs typeface="Times New Roman"/>
                <a:sym typeface="Times New Roman"/>
              </a:rPr>
              <a:t>Figure 1: </a:t>
            </a:r>
            <a:r>
              <a:rPr i="1" lang="en-US" sz="3600">
                <a:solidFill>
                  <a:schemeClr val="dk1"/>
                </a:solidFill>
                <a:latin typeface="Times New Roman"/>
                <a:ea typeface="Times New Roman"/>
                <a:cs typeface="Times New Roman"/>
                <a:sym typeface="Times New Roman"/>
              </a:rPr>
              <a:t>Companion Application</a:t>
            </a:r>
            <a:endParaRPr/>
          </a:p>
        </p:txBody>
      </p:sp>
      <p:pic>
        <p:nvPicPr>
          <p:cNvPr id="103" name="Google Shape;103;p1"/>
          <p:cNvPicPr preferRelativeResize="0"/>
          <p:nvPr/>
        </p:nvPicPr>
        <p:blipFill>
          <a:blip r:embed="rId6">
            <a:alphaModFix/>
          </a:blip>
          <a:stretch>
            <a:fillRect/>
          </a:stretch>
        </p:blipFill>
        <p:spPr>
          <a:xfrm>
            <a:off x="2264175" y="16026750"/>
            <a:ext cx="6896100" cy="14782800"/>
          </a:xfrm>
          <a:prstGeom prst="rect">
            <a:avLst/>
          </a:prstGeom>
          <a:noFill/>
          <a:ln>
            <a:noFill/>
          </a:ln>
        </p:spPr>
      </p:pic>
      <p:pic>
        <p:nvPicPr>
          <p:cNvPr descr="Pitt-Johnstown Seal" id="104" name="Google Shape;104;p1"/>
          <p:cNvPicPr preferRelativeResize="0"/>
          <p:nvPr/>
        </p:nvPicPr>
        <p:blipFill rotWithShape="1">
          <a:blip r:embed="rId4">
            <a:alphaModFix/>
          </a:blip>
          <a:srcRect b="0" l="0" r="0" t="0"/>
          <a:stretch/>
        </p:blipFill>
        <p:spPr>
          <a:xfrm>
            <a:off x="1863625" y="882875"/>
            <a:ext cx="4813400" cy="4332052"/>
          </a:xfrm>
          <a:prstGeom prst="rect">
            <a:avLst/>
          </a:prstGeom>
          <a:noFill/>
          <a:ln>
            <a:noFill/>
          </a:ln>
        </p:spPr>
      </p:pic>
      <p:pic>
        <p:nvPicPr>
          <p:cNvPr id="105" name="Google Shape;105;p1"/>
          <p:cNvPicPr preferRelativeResize="0"/>
          <p:nvPr/>
        </p:nvPicPr>
        <p:blipFill>
          <a:blip r:embed="rId7">
            <a:alphaModFix/>
          </a:blip>
          <a:stretch>
            <a:fillRect/>
          </a:stretch>
        </p:blipFill>
        <p:spPr>
          <a:xfrm>
            <a:off x="27645550" y="23370025"/>
            <a:ext cx="4719868" cy="3011725"/>
          </a:xfrm>
          <a:prstGeom prst="rect">
            <a:avLst/>
          </a:prstGeom>
          <a:noFill/>
          <a:ln>
            <a:noFill/>
          </a:ln>
        </p:spPr>
      </p:pic>
      <p:pic>
        <p:nvPicPr>
          <p:cNvPr id="106" name="Google Shape;106;p1"/>
          <p:cNvPicPr preferRelativeResize="0"/>
          <p:nvPr/>
        </p:nvPicPr>
        <p:blipFill>
          <a:blip r:embed="rId8">
            <a:alphaModFix/>
          </a:blip>
          <a:stretch>
            <a:fillRect/>
          </a:stretch>
        </p:blipFill>
        <p:spPr>
          <a:xfrm>
            <a:off x="16677325" y="27975663"/>
            <a:ext cx="3967290" cy="1028900"/>
          </a:xfrm>
          <a:prstGeom prst="rect">
            <a:avLst/>
          </a:prstGeom>
          <a:noFill/>
          <a:ln>
            <a:noFill/>
          </a:ln>
        </p:spPr>
      </p:pic>
      <p:pic>
        <p:nvPicPr>
          <p:cNvPr id="107" name="Google Shape;107;p1"/>
          <p:cNvPicPr preferRelativeResize="0"/>
          <p:nvPr/>
        </p:nvPicPr>
        <p:blipFill>
          <a:blip r:embed="rId9">
            <a:alphaModFix/>
          </a:blip>
          <a:stretch>
            <a:fillRect/>
          </a:stretch>
        </p:blipFill>
        <p:spPr>
          <a:xfrm>
            <a:off x="22679275" y="28950225"/>
            <a:ext cx="4966275" cy="1028900"/>
          </a:xfrm>
          <a:prstGeom prst="rect">
            <a:avLst/>
          </a:prstGeom>
          <a:noFill/>
          <a:ln>
            <a:noFill/>
          </a:ln>
        </p:spPr>
      </p:pic>
      <p:pic>
        <p:nvPicPr>
          <p:cNvPr id="108" name="Google Shape;108;p1"/>
          <p:cNvPicPr preferRelativeResize="0"/>
          <p:nvPr/>
        </p:nvPicPr>
        <p:blipFill>
          <a:blip r:embed="rId10">
            <a:alphaModFix/>
          </a:blip>
          <a:stretch>
            <a:fillRect/>
          </a:stretch>
        </p:blipFill>
        <p:spPr>
          <a:xfrm>
            <a:off x="32365425" y="7278760"/>
            <a:ext cx="17463945" cy="12362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3x4">
  <a:themeElements>
    <a:clrScheme name="3x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2002-11-05T20:37:20Z</dcterms:created>
  <dc:creator>VAS</dc:creator>
</cp:coreProperties>
</file>

<file path=docProps/custom.xml><?xml version="1.0" encoding="utf-8"?>
<Properties xmlns="http://schemas.openxmlformats.org/officeDocument/2006/custom-properties" xmlns:vt="http://schemas.openxmlformats.org/officeDocument/2006/docPropsVTypes"/>
</file>