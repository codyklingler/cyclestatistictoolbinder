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Lst>
  <p:sldSz cy="32918400" cx="51206400"/>
  <p:notesSz cx="35329800" cy="5120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8" roundtripDataSignature="AMtx7mjoGp4coYOdhvAVpBJRrjg8iu5f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889475" y="3840475"/>
            <a:ext cx="23554376" cy="19202401"/>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3532975" y="24323025"/>
            <a:ext cx="28263825" cy="230428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3532975" y="24323025"/>
            <a:ext cx="28263825" cy="230428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1:notes"/>
          <p:cNvSpPr/>
          <p:nvPr>
            <p:ph idx="2" type="sldImg"/>
          </p:nvPr>
        </p:nvSpPr>
        <p:spPr>
          <a:xfrm>
            <a:off x="5889475" y="3840475"/>
            <a:ext cx="23554376" cy="19202401"/>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ad6d1ee76_0_5:notes"/>
          <p:cNvSpPr/>
          <p:nvPr>
            <p:ph idx="2" type="sldImg"/>
          </p:nvPr>
        </p:nvSpPr>
        <p:spPr>
          <a:xfrm>
            <a:off x="3927079" y="3840480"/>
            <a:ext cx="27478800" cy="192024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ad6d1ee76_0_5:notes"/>
          <p:cNvSpPr txBox="1"/>
          <p:nvPr>
            <p:ph idx="1" type="body"/>
          </p:nvPr>
        </p:nvSpPr>
        <p:spPr>
          <a:xfrm>
            <a:off x="3532980" y="24323040"/>
            <a:ext cx="28263900" cy="230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7ad6d1ee76_0_59:notes"/>
          <p:cNvSpPr/>
          <p:nvPr>
            <p:ph idx="2" type="sldImg"/>
          </p:nvPr>
        </p:nvSpPr>
        <p:spPr>
          <a:xfrm>
            <a:off x="5889475" y="3840475"/>
            <a:ext cx="23554500" cy="192024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7ad6d1ee76_0_59:notes"/>
          <p:cNvSpPr txBox="1"/>
          <p:nvPr>
            <p:ph idx="1" type="body"/>
          </p:nvPr>
        </p:nvSpPr>
        <p:spPr>
          <a:xfrm>
            <a:off x="3532975" y="24323025"/>
            <a:ext cx="28263900" cy="2304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 name="Shape 15"/>
        <p:cNvGrpSpPr/>
        <p:nvPr/>
      </p:nvGrpSpPr>
      <p:grpSpPr>
        <a:xfrm>
          <a:off x="0" y="0"/>
          <a:ext cx="0" cy="0"/>
          <a:chOff x="0" y="0"/>
          <a:chExt cx="0" cy="0"/>
        </a:xfrm>
      </p:grpSpPr>
      <p:sp>
        <p:nvSpPr>
          <p:cNvPr id="16" name="Google Shape;16;p4"/>
          <p:cNvSpPr txBox="1"/>
          <p:nvPr>
            <p:ph type="title"/>
          </p:nvPr>
        </p:nvSpPr>
        <p:spPr>
          <a:xfrm rot="5400000">
            <a:off x="28758664" y="10654358"/>
            <a:ext cx="26334429" cy="10880725"/>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4"/>
          <p:cNvSpPr txBox="1"/>
          <p:nvPr>
            <p:ph idx="1" type="body"/>
          </p:nvPr>
        </p:nvSpPr>
        <p:spPr>
          <a:xfrm rot="5400000">
            <a:off x="6920220" y="-150960"/>
            <a:ext cx="26334429" cy="32491362"/>
          </a:xfrm>
          <a:prstGeom prst="rect">
            <a:avLst/>
          </a:prstGeom>
          <a:noFill/>
          <a:ln>
            <a:noFill/>
          </a:ln>
        </p:spPr>
        <p:txBody>
          <a:bodyPr anchorCtr="0" anchor="t" bIns="218125" lIns="436275" spcFirstLastPara="1" rIns="436275" wrap="square" tIns="218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4"/>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 name="Shape 21"/>
        <p:cNvGrpSpPr/>
        <p:nvPr/>
      </p:nvGrpSpPr>
      <p:grpSpPr>
        <a:xfrm>
          <a:off x="0" y="0"/>
          <a:ext cx="0" cy="0"/>
          <a:chOff x="0" y="0"/>
          <a:chExt cx="0" cy="0"/>
        </a:xfrm>
      </p:grpSpPr>
      <p:sp>
        <p:nvSpPr>
          <p:cNvPr id="22" name="Google Shape;22;p5"/>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5"/>
          <p:cNvSpPr txBox="1"/>
          <p:nvPr>
            <p:ph idx="1" type="body"/>
          </p:nvPr>
        </p:nvSpPr>
        <p:spPr>
          <a:xfrm rot="5400000">
            <a:off x="15726569" y="-2377282"/>
            <a:ext cx="19754850" cy="43524487"/>
          </a:xfrm>
          <a:prstGeom prst="rect">
            <a:avLst/>
          </a:prstGeom>
          <a:noFill/>
          <a:ln>
            <a:noFill/>
          </a:ln>
        </p:spPr>
        <p:txBody>
          <a:bodyPr anchorCtr="0" anchor="t" bIns="218125" lIns="436275" spcFirstLastPara="1" rIns="436275" wrap="square" tIns="218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6"/>
          <p:cNvSpPr txBox="1"/>
          <p:nvPr>
            <p:ph type="title"/>
          </p:nvPr>
        </p:nvSpPr>
        <p:spPr>
          <a:xfrm>
            <a:off x="10036178" y="23042444"/>
            <a:ext cx="30724474" cy="2720481"/>
          </a:xfrm>
          <a:prstGeom prst="rect">
            <a:avLst/>
          </a:prstGeom>
          <a:noFill/>
          <a:ln>
            <a:noFill/>
          </a:ln>
        </p:spPr>
        <p:txBody>
          <a:bodyPr anchorCtr="0" anchor="b" bIns="218125" lIns="436275" spcFirstLastPara="1" rIns="436275" wrap="square" tIns="218125">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6"/>
          <p:cNvSpPr/>
          <p:nvPr>
            <p:ph idx="2" type="pic"/>
          </p:nvPr>
        </p:nvSpPr>
        <p:spPr>
          <a:xfrm>
            <a:off x="10036178" y="2940627"/>
            <a:ext cx="30724474" cy="19751915"/>
          </a:xfrm>
          <a:prstGeom prst="rect">
            <a:avLst/>
          </a:prstGeom>
          <a:noFill/>
          <a:ln>
            <a:noFill/>
          </a:ln>
        </p:spPr>
        <p:txBody>
          <a:bodyPr anchorCtr="0" anchor="t" bIns="218125" lIns="436275" spcFirstLastPara="1" rIns="436275" wrap="square" tIns="218125">
            <a:noAutofit/>
          </a:bodyPr>
          <a:lstStyle>
            <a:lvl1pPr lvl="0" marR="0" rtl="0" algn="l">
              <a:lnSpc>
                <a:spcPct val="100000"/>
              </a:lnSpc>
              <a:spcBef>
                <a:spcPts val="640"/>
              </a:spcBef>
              <a:spcAft>
                <a:spcPts val="0"/>
              </a:spcAft>
              <a:buClr>
                <a:schemeClr val="dk1"/>
              </a:buClr>
              <a:buSzPts val="3200"/>
              <a:buFont typeface="Times New Roman"/>
              <a:buNone/>
              <a:defRPr b="0" i="0" sz="3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30" name="Google Shape;30;p6"/>
          <p:cNvSpPr txBox="1"/>
          <p:nvPr>
            <p:ph idx="1" type="body"/>
          </p:nvPr>
        </p:nvSpPr>
        <p:spPr>
          <a:xfrm>
            <a:off x="10036178" y="25762925"/>
            <a:ext cx="30724474" cy="3863490"/>
          </a:xfrm>
          <a:prstGeom prst="rect">
            <a:avLst/>
          </a:prstGeom>
          <a:noFill/>
          <a:ln>
            <a:noFill/>
          </a:ln>
        </p:spPr>
        <p:txBody>
          <a:bodyPr anchorCtr="0" anchor="t" bIns="218125" lIns="436275" spcFirstLastPara="1" rIns="436275" wrap="square" tIns="218125">
            <a:noAutofit/>
          </a:bodyPr>
          <a:lstStyle>
            <a:lvl1pPr indent="-228600" lvl="0" marL="457200" algn="l">
              <a:lnSpc>
                <a:spcPct val="100000"/>
              </a:lnSpc>
              <a:spcBef>
                <a:spcPts val="280"/>
              </a:spcBef>
              <a:spcAft>
                <a:spcPts val="0"/>
              </a:spcAft>
              <a:buClr>
                <a:schemeClr val="dk1"/>
              </a:buClr>
              <a:buSzPts val="1400"/>
              <a:buFont typeface="Times New Roman"/>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31" name="Google Shape;31;p6"/>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7"/>
          <p:cNvSpPr txBox="1"/>
          <p:nvPr>
            <p:ph type="title"/>
          </p:nvPr>
        </p:nvSpPr>
        <p:spPr>
          <a:xfrm>
            <a:off x="2560638" y="1310673"/>
            <a:ext cx="16846550" cy="5578006"/>
          </a:xfrm>
          <a:prstGeom prst="rect">
            <a:avLst/>
          </a:prstGeom>
          <a:noFill/>
          <a:ln>
            <a:noFill/>
          </a:ln>
        </p:spPr>
        <p:txBody>
          <a:bodyPr anchorCtr="0" anchor="b" bIns="218125" lIns="436275" spcFirstLastPara="1" rIns="436275" wrap="square" tIns="218125">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p7"/>
          <p:cNvSpPr txBox="1"/>
          <p:nvPr>
            <p:ph idx="1" type="body"/>
          </p:nvPr>
        </p:nvSpPr>
        <p:spPr>
          <a:xfrm>
            <a:off x="20019963" y="1310672"/>
            <a:ext cx="28625799" cy="28095597"/>
          </a:xfrm>
          <a:prstGeom prst="rect">
            <a:avLst/>
          </a:prstGeom>
          <a:noFill/>
          <a:ln>
            <a:noFill/>
          </a:ln>
        </p:spPr>
        <p:txBody>
          <a:bodyPr anchorCtr="0" anchor="t" bIns="218125" lIns="436275" spcFirstLastPara="1" rIns="436275" wrap="square" tIns="218125">
            <a:noAutofit/>
          </a:bodyPr>
          <a:lstStyle>
            <a:lvl1pPr indent="-431800" lvl="0" marL="457200" algn="l">
              <a:lnSpc>
                <a:spcPct val="100000"/>
              </a:lnSpc>
              <a:spcBef>
                <a:spcPts val="640"/>
              </a:spcBef>
              <a:spcAft>
                <a:spcPts val="0"/>
              </a:spcAft>
              <a:buClr>
                <a:schemeClr val="dk1"/>
              </a:buClr>
              <a:buSzPts val="3200"/>
              <a:buFont typeface="Times New Roman"/>
              <a:buChar char="•"/>
              <a:defRPr sz="3200"/>
            </a:lvl1pPr>
            <a:lvl2pPr indent="-406400" lvl="1" marL="914400" algn="l">
              <a:lnSpc>
                <a:spcPct val="100000"/>
              </a:lnSpc>
              <a:spcBef>
                <a:spcPts val="560"/>
              </a:spcBef>
              <a:spcAft>
                <a:spcPts val="0"/>
              </a:spcAft>
              <a:buClr>
                <a:schemeClr val="dk1"/>
              </a:buClr>
              <a:buSzPts val="2800"/>
              <a:buFont typeface="Times New Roman"/>
              <a:buChar char="–"/>
              <a:defRPr sz="2800"/>
            </a:lvl2pPr>
            <a:lvl3pPr indent="-381000" lvl="2" marL="1371600" algn="l">
              <a:lnSpc>
                <a:spcPct val="100000"/>
              </a:lnSpc>
              <a:spcBef>
                <a:spcPts val="480"/>
              </a:spcBef>
              <a:spcAft>
                <a:spcPts val="0"/>
              </a:spcAft>
              <a:buClr>
                <a:schemeClr val="dk1"/>
              </a:buClr>
              <a:buSzPts val="2400"/>
              <a:buFont typeface="Times New Roman"/>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37" name="Google Shape;37;p7"/>
          <p:cNvSpPr txBox="1"/>
          <p:nvPr>
            <p:ph idx="2" type="body"/>
          </p:nvPr>
        </p:nvSpPr>
        <p:spPr>
          <a:xfrm>
            <a:off x="2560638" y="6888678"/>
            <a:ext cx="16846550" cy="22517590"/>
          </a:xfrm>
          <a:prstGeom prst="rect">
            <a:avLst/>
          </a:prstGeom>
          <a:noFill/>
          <a:ln>
            <a:noFill/>
          </a:ln>
        </p:spPr>
        <p:txBody>
          <a:bodyPr anchorCtr="0" anchor="t" bIns="218125" lIns="436275" spcFirstLastPara="1" rIns="436275" wrap="square" tIns="218125">
            <a:noAutofit/>
          </a:bodyPr>
          <a:lstStyle>
            <a:lvl1pPr indent="-228600" lvl="0" marL="457200" algn="l">
              <a:lnSpc>
                <a:spcPct val="100000"/>
              </a:lnSpc>
              <a:spcBef>
                <a:spcPts val="280"/>
              </a:spcBef>
              <a:spcAft>
                <a:spcPts val="0"/>
              </a:spcAft>
              <a:buClr>
                <a:schemeClr val="dk1"/>
              </a:buClr>
              <a:buSzPts val="1400"/>
              <a:buFont typeface="Times New Roman"/>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38" name="Google Shape;38;p7"/>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8"/>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 name="Google Shape;43;p8"/>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8"/>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2560641" y="1317961"/>
            <a:ext cx="46085126" cy="5486158"/>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8" name="Google Shape;48;p9"/>
          <p:cNvSpPr txBox="1"/>
          <p:nvPr>
            <p:ph idx="1" type="body"/>
          </p:nvPr>
        </p:nvSpPr>
        <p:spPr>
          <a:xfrm>
            <a:off x="2560638" y="7368334"/>
            <a:ext cx="22625050" cy="3070382"/>
          </a:xfrm>
          <a:prstGeom prst="rect">
            <a:avLst/>
          </a:prstGeom>
          <a:noFill/>
          <a:ln>
            <a:noFill/>
          </a:ln>
        </p:spPr>
        <p:txBody>
          <a:bodyPr anchorCtr="0" anchor="b" bIns="218125" lIns="436275" spcFirstLastPara="1" rIns="436275" wrap="square" tIns="218125">
            <a:noAutofit/>
          </a:bodyPr>
          <a:lstStyle>
            <a:lvl1pPr indent="-228600" lvl="0" marL="457200" algn="l">
              <a:lnSpc>
                <a:spcPct val="100000"/>
              </a:lnSpc>
              <a:spcBef>
                <a:spcPts val="480"/>
              </a:spcBef>
              <a:spcAft>
                <a:spcPts val="0"/>
              </a:spcAft>
              <a:buClr>
                <a:schemeClr val="dk1"/>
              </a:buClr>
              <a:buSzPts val="2400"/>
              <a:buFont typeface="Times New Roman"/>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49" name="Google Shape;49;p9"/>
          <p:cNvSpPr txBox="1"/>
          <p:nvPr>
            <p:ph idx="2" type="body"/>
          </p:nvPr>
        </p:nvSpPr>
        <p:spPr>
          <a:xfrm>
            <a:off x="2560638" y="10438716"/>
            <a:ext cx="22625050" cy="18967554"/>
          </a:xfrm>
          <a:prstGeom prst="rect">
            <a:avLst/>
          </a:prstGeom>
          <a:noFill/>
          <a:ln>
            <a:noFill/>
          </a:ln>
        </p:spPr>
        <p:txBody>
          <a:bodyPr anchorCtr="0" anchor="t" bIns="218125" lIns="436275" spcFirstLastPara="1" rIns="436275" wrap="square" tIns="218125">
            <a:noAutofit/>
          </a:bodyPr>
          <a:lstStyle>
            <a:lvl1pPr indent="-381000" lvl="0" marL="457200" algn="l">
              <a:lnSpc>
                <a:spcPct val="100000"/>
              </a:lnSpc>
              <a:spcBef>
                <a:spcPts val="480"/>
              </a:spcBef>
              <a:spcAft>
                <a:spcPts val="0"/>
              </a:spcAft>
              <a:buClr>
                <a:schemeClr val="dk1"/>
              </a:buClr>
              <a:buSzPts val="2400"/>
              <a:buFont typeface="Times New Roman"/>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50" name="Google Shape;50;p9"/>
          <p:cNvSpPr txBox="1"/>
          <p:nvPr>
            <p:ph idx="3" type="body"/>
          </p:nvPr>
        </p:nvSpPr>
        <p:spPr>
          <a:xfrm>
            <a:off x="26012775" y="7368334"/>
            <a:ext cx="22632987" cy="3070382"/>
          </a:xfrm>
          <a:prstGeom prst="rect">
            <a:avLst/>
          </a:prstGeom>
          <a:noFill/>
          <a:ln>
            <a:noFill/>
          </a:ln>
        </p:spPr>
        <p:txBody>
          <a:bodyPr anchorCtr="0" anchor="b" bIns="218125" lIns="436275" spcFirstLastPara="1" rIns="436275" wrap="square" tIns="218125">
            <a:noAutofit/>
          </a:bodyPr>
          <a:lstStyle>
            <a:lvl1pPr indent="-228600" lvl="0" marL="457200" algn="l">
              <a:lnSpc>
                <a:spcPct val="100000"/>
              </a:lnSpc>
              <a:spcBef>
                <a:spcPts val="480"/>
              </a:spcBef>
              <a:spcAft>
                <a:spcPts val="0"/>
              </a:spcAft>
              <a:buClr>
                <a:schemeClr val="dk1"/>
              </a:buClr>
              <a:buSzPts val="2400"/>
              <a:buFont typeface="Times New Roman"/>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51" name="Google Shape;51;p9"/>
          <p:cNvSpPr txBox="1"/>
          <p:nvPr>
            <p:ph idx="4" type="body"/>
          </p:nvPr>
        </p:nvSpPr>
        <p:spPr>
          <a:xfrm>
            <a:off x="26012775" y="10438716"/>
            <a:ext cx="22632987" cy="18967554"/>
          </a:xfrm>
          <a:prstGeom prst="rect">
            <a:avLst/>
          </a:prstGeom>
          <a:noFill/>
          <a:ln>
            <a:noFill/>
          </a:ln>
        </p:spPr>
        <p:txBody>
          <a:bodyPr anchorCtr="0" anchor="t" bIns="218125" lIns="436275" spcFirstLastPara="1" rIns="436275" wrap="square" tIns="218125">
            <a:noAutofit/>
          </a:bodyPr>
          <a:lstStyle>
            <a:lvl1pPr indent="-381000" lvl="0" marL="457200" algn="l">
              <a:lnSpc>
                <a:spcPct val="100000"/>
              </a:lnSpc>
              <a:spcBef>
                <a:spcPts val="480"/>
              </a:spcBef>
              <a:spcAft>
                <a:spcPts val="0"/>
              </a:spcAft>
              <a:buClr>
                <a:schemeClr val="dk1"/>
              </a:buClr>
              <a:buSzPts val="2400"/>
              <a:buFont typeface="Times New Roman"/>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52" name="Google Shape;52;p9"/>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0"/>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7" name="Google Shape;57;p10"/>
          <p:cNvSpPr txBox="1"/>
          <p:nvPr>
            <p:ph idx="1" type="body"/>
          </p:nvPr>
        </p:nvSpPr>
        <p:spPr>
          <a:xfrm>
            <a:off x="3841750" y="9507105"/>
            <a:ext cx="21685249" cy="19754831"/>
          </a:xfrm>
          <a:prstGeom prst="rect">
            <a:avLst/>
          </a:prstGeom>
          <a:noFill/>
          <a:ln>
            <a:noFill/>
          </a:ln>
        </p:spPr>
        <p:txBody>
          <a:bodyPr anchorCtr="0" anchor="t" bIns="218125" lIns="436275" spcFirstLastPara="1" rIns="436275" wrap="square" tIns="218125">
            <a:noAutofit/>
          </a:bodyPr>
          <a:lstStyle>
            <a:lvl1pPr indent="-406400" lvl="0" marL="457200" algn="l">
              <a:lnSpc>
                <a:spcPct val="100000"/>
              </a:lnSpc>
              <a:spcBef>
                <a:spcPts val="560"/>
              </a:spcBef>
              <a:spcAft>
                <a:spcPts val="0"/>
              </a:spcAft>
              <a:buClr>
                <a:schemeClr val="dk1"/>
              </a:buClr>
              <a:buSzPts val="2800"/>
              <a:buFont typeface="Times New Roman"/>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58" name="Google Shape;58;p10"/>
          <p:cNvSpPr txBox="1"/>
          <p:nvPr>
            <p:ph idx="2" type="body"/>
          </p:nvPr>
        </p:nvSpPr>
        <p:spPr>
          <a:xfrm>
            <a:off x="25679400" y="9507105"/>
            <a:ext cx="21686839" cy="19754831"/>
          </a:xfrm>
          <a:prstGeom prst="rect">
            <a:avLst/>
          </a:prstGeom>
          <a:noFill/>
          <a:ln>
            <a:noFill/>
          </a:ln>
        </p:spPr>
        <p:txBody>
          <a:bodyPr anchorCtr="0" anchor="t" bIns="218125" lIns="436275" spcFirstLastPara="1" rIns="436275" wrap="square" tIns="218125">
            <a:noAutofit/>
          </a:bodyPr>
          <a:lstStyle>
            <a:lvl1pPr indent="-406400" lvl="0" marL="457200" algn="l">
              <a:lnSpc>
                <a:spcPct val="100000"/>
              </a:lnSpc>
              <a:spcBef>
                <a:spcPts val="560"/>
              </a:spcBef>
              <a:spcAft>
                <a:spcPts val="0"/>
              </a:spcAft>
              <a:buClr>
                <a:schemeClr val="dk1"/>
              </a:buClr>
              <a:buSzPts val="2800"/>
              <a:buFont typeface="Times New Roman"/>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59" name="Google Shape;59;p10"/>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1"/>
          <p:cNvSpPr txBox="1"/>
          <p:nvPr>
            <p:ph type="title"/>
          </p:nvPr>
        </p:nvSpPr>
        <p:spPr>
          <a:xfrm>
            <a:off x="4044953" y="21152978"/>
            <a:ext cx="43526075" cy="6538775"/>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4" name="Google Shape;64;p11"/>
          <p:cNvSpPr txBox="1"/>
          <p:nvPr>
            <p:ph idx="1" type="body"/>
          </p:nvPr>
        </p:nvSpPr>
        <p:spPr>
          <a:xfrm>
            <a:off x="4044953" y="13952306"/>
            <a:ext cx="43526075" cy="7200672"/>
          </a:xfrm>
          <a:prstGeom prst="rect">
            <a:avLst/>
          </a:prstGeom>
          <a:noFill/>
          <a:ln>
            <a:noFill/>
          </a:ln>
        </p:spPr>
        <p:txBody>
          <a:bodyPr anchorCtr="0" anchor="b" bIns="218125" lIns="436275" spcFirstLastPara="1" rIns="436275" wrap="square" tIns="218125">
            <a:noAutofit/>
          </a:bodyPr>
          <a:lstStyle>
            <a:lvl1pPr indent="-228600" lvl="0" marL="457200" algn="l">
              <a:lnSpc>
                <a:spcPct val="100000"/>
              </a:lnSpc>
              <a:spcBef>
                <a:spcPts val="400"/>
              </a:spcBef>
              <a:spcAft>
                <a:spcPts val="0"/>
              </a:spcAft>
              <a:buClr>
                <a:schemeClr val="dk1"/>
              </a:buClr>
              <a:buSzPts val="2000"/>
              <a:buFont typeface="Times New Roman"/>
              <a:buNone/>
              <a:defRPr sz="2000"/>
            </a:lvl1pPr>
            <a:lvl2pPr indent="-228600" lvl="1" marL="914400" algn="l">
              <a:lnSpc>
                <a:spcPct val="100000"/>
              </a:lnSpc>
              <a:spcBef>
                <a:spcPts val="360"/>
              </a:spcBef>
              <a:spcAft>
                <a:spcPts val="0"/>
              </a:spcAft>
              <a:buClr>
                <a:schemeClr val="dk1"/>
              </a:buClr>
              <a:buSzPts val="1800"/>
              <a:buFont typeface="Times New Roman"/>
              <a:buNone/>
              <a:defRPr sz="1800"/>
            </a:lvl2pPr>
            <a:lvl3pPr indent="-228600" lvl="2" marL="1371600" algn="l">
              <a:lnSpc>
                <a:spcPct val="100000"/>
              </a:lnSpc>
              <a:spcBef>
                <a:spcPts val="320"/>
              </a:spcBef>
              <a:spcAft>
                <a:spcPts val="0"/>
              </a:spcAft>
              <a:buClr>
                <a:schemeClr val="dk1"/>
              </a:buClr>
              <a:buSzPts val="1600"/>
              <a:buFont typeface="Times New Roman"/>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65" name="Google Shape;65;p11"/>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2"/>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2"/>
          <p:cNvSpPr txBox="1"/>
          <p:nvPr>
            <p:ph idx="1" type="body"/>
          </p:nvPr>
        </p:nvSpPr>
        <p:spPr>
          <a:xfrm>
            <a:off x="3841750" y="9507537"/>
            <a:ext cx="43524487" cy="19754850"/>
          </a:xfrm>
          <a:prstGeom prst="rect">
            <a:avLst/>
          </a:prstGeom>
          <a:noFill/>
          <a:ln>
            <a:noFill/>
          </a:ln>
        </p:spPr>
        <p:txBody>
          <a:bodyPr anchorCtr="0" anchor="t" bIns="218125" lIns="436275" spcFirstLastPara="1" rIns="436275" wrap="square" tIns="218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3"/>
          <p:cNvSpPr txBox="1"/>
          <p:nvPr>
            <p:ph type="ctrTitle"/>
          </p:nvPr>
        </p:nvSpPr>
        <p:spPr>
          <a:xfrm>
            <a:off x="3840166" y="10225859"/>
            <a:ext cx="43526075" cy="7056338"/>
          </a:xfrm>
          <a:prstGeom prst="rect">
            <a:avLst/>
          </a:prstGeom>
          <a:noFill/>
          <a:ln>
            <a:noFill/>
          </a:ln>
        </p:spPr>
        <p:txBody>
          <a:bodyPr anchorCtr="0" anchor="ctr" bIns="218125" lIns="436275" spcFirstLastPara="1" rIns="436275" wrap="square" tIns="218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3"/>
          <p:cNvSpPr txBox="1"/>
          <p:nvPr>
            <p:ph idx="1" type="subTitle"/>
          </p:nvPr>
        </p:nvSpPr>
        <p:spPr>
          <a:xfrm>
            <a:off x="7680325" y="18654102"/>
            <a:ext cx="35845751" cy="8412205"/>
          </a:xfrm>
          <a:prstGeom prst="rect">
            <a:avLst/>
          </a:prstGeom>
          <a:noFill/>
          <a:ln>
            <a:noFill/>
          </a:ln>
        </p:spPr>
        <p:txBody>
          <a:bodyPr anchorCtr="0" anchor="t" bIns="218125" lIns="436275" spcFirstLastPara="1" rIns="436275" wrap="square" tIns="218125">
            <a:noAutofit/>
          </a:bodyPr>
          <a:lstStyle>
            <a:lvl1pPr lvl="0" algn="ctr">
              <a:lnSpc>
                <a:spcPct val="100000"/>
              </a:lnSpc>
              <a:spcBef>
                <a:spcPts val="3060"/>
              </a:spcBef>
              <a:spcAft>
                <a:spcPts val="0"/>
              </a:spcAft>
              <a:buClr>
                <a:schemeClr val="dk1"/>
              </a:buClr>
              <a:buSzPts val="15300"/>
              <a:buFont typeface="Times New Roman"/>
              <a:buNone/>
              <a:defRPr/>
            </a:lvl1pPr>
            <a:lvl2pPr lvl="1" algn="ctr">
              <a:lnSpc>
                <a:spcPct val="100000"/>
              </a:lnSpc>
              <a:spcBef>
                <a:spcPts val="2680"/>
              </a:spcBef>
              <a:spcAft>
                <a:spcPts val="0"/>
              </a:spcAft>
              <a:buClr>
                <a:schemeClr val="dk1"/>
              </a:buClr>
              <a:buSzPts val="13400"/>
              <a:buFont typeface="Times New Roman"/>
              <a:buNone/>
              <a:defRPr/>
            </a:lvl2pPr>
            <a:lvl3pPr lvl="2" algn="ctr">
              <a:lnSpc>
                <a:spcPct val="100000"/>
              </a:lnSpc>
              <a:spcBef>
                <a:spcPts val="2300"/>
              </a:spcBef>
              <a:spcAft>
                <a:spcPts val="0"/>
              </a:spcAft>
              <a:buClr>
                <a:schemeClr val="dk1"/>
              </a:buClr>
              <a:buSzPts val="11500"/>
              <a:buFont typeface="Times New Roman"/>
              <a:buNone/>
              <a:defRPr/>
            </a:lvl3pPr>
            <a:lvl4pPr lvl="3" algn="ctr">
              <a:lnSpc>
                <a:spcPct val="100000"/>
              </a:lnSpc>
              <a:spcBef>
                <a:spcPts val="1900"/>
              </a:spcBef>
              <a:spcAft>
                <a:spcPts val="0"/>
              </a:spcAft>
              <a:buClr>
                <a:schemeClr val="dk1"/>
              </a:buClr>
              <a:buSzPts val="9500"/>
              <a:buFont typeface="Times New Roman"/>
              <a:buNone/>
              <a:defRPr/>
            </a:lvl4pPr>
            <a:lvl5pPr lvl="4" algn="ctr">
              <a:lnSpc>
                <a:spcPct val="100000"/>
              </a:lnSpc>
              <a:spcBef>
                <a:spcPts val="1900"/>
              </a:spcBef>
              <a:spcAft>
                <a:spcPts val="0"/>
              </a:spcAft>
              <a:buClr>
                <a:schemeClr val="dk1"/>
              </a:buClr>
              <a:buSzPts val="9500"/>
              <a:buFont typeface="Times New Roman"/>
              <a:buNone/>
              <a:defRPr/>
            </a:lvl5pPr>
            <a:lvl6pPr lvl="5" algn="ctr">
              <a:lnSpc>
                <a:spcPct val="100000"/>
              </a:lnSpc>
              <a:spcBef>
                <a:spcPts val="1900"/>
              </a:spcBef>
              <a:spcAft>
                <a:spcPts val="0"/>
              </a:spcAft>
              <a:buClr>
                <a:schemeClr val="dk1"/>
              </a:buClr>
              <a:buSzPts val="9500"/>
              <a:buFont typeface="Times New Roman"/>
              <a:buNone/>
              <a:defRPr/>
            </a:lvl6pPr>
            <a:lvl7pPr lvl="6" algn="ctr">
              <a:lnSpc>
                <a:spcPct val="100000"/>
              </a:lnSpc>
              <a:spcBef>
                <a:spcPts val="1900"/>
              </a:spcBef>
              <a:spcAft>
                <a:spcPts val="0"/>
              </a:spcAft>
              <a:buClr>
                <a:schemeClr val="dk1"/>
              </a:buClr>
              <a:buSzPts val="9500"/>
              <a:buFont typeface="Times New Roman"/>
              <a:buNone/>
              <a:defRPr/>
            </a:lvl7pPr>
            <a:lvl8pPr lvl="7" algn="ctr">
              <a:lnSpc>
                <a:spcPct val="100000"/>
              </a:lnSpc>
              <a:spcBef>
                <a:spcPts val="1900"/>
              </a:spcBef>
              <a:spcAft>
                <a:spcPts val="0"/>
              </a:spcAft>
              <a:buClr>
                <a:schemeClr val="dk1"/>
              </a:buClr>
              <a:buSzPts val="9500"/>
              <a:buFont typeface="Times New Roman"/>
              <a:buNone/>
              <a:defRPr/>
            </a:lvl8pPr>
            <a:lvl9pPr lvl="8" algn="ctr">
              <a:lnSpc>
                <a:spcPct val="100000"/>
              </a:lnSpc>
              <a:spcBef>
                <a:spcPts val="1900"/>
              </a:spcBef>
              <a:spcAft>
                <a:spcPts val="0"/>
              </a:spcAft>
              <a:buClr>
                <a:schemeClr val="dk1"/>
              </a:buClr>
              <a:buSzPts val="9500"/>
              <a:buFont typeface="Times New Roman"/>
              <a:buNone/>
              <a:defRPr/>
            </a:lvl9pPr>
          </a:lstStyle>
          <a:p/>
        </p:txBody>
      </p:sp>
      <p:sp>
        <p:nvSpPr>
          <p:cNvPr id="77" name="Google Shape;77;p13"/>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7ad6d1ee76_0_55"/>
          <p:cNvSpPr txBox="1"/>
          <p:nvPr>
            <p:ph type="title"/>
          </p:nvPr>
        </p:nvSpPr>
        <p:spPr>
          <a:xfrm>
            <a:off x="1745520" y="2848160"/>
            <a:ext cx="47715300" cy="3665400"/>
          </a:xfrm>
          <a:prstGeom prst="rect">
            <a:avLst/>
          </a:prstGeom>
          <a:noFill/>
          <a:ln>
            <a:noFill/>
          </a:ln>
        </p:spPr>
        <p:txBody>
          <a:bodyPr anchorCtr="0" anchor="t" bIns="536350" lIns="536350" spcFirstLastPara="1" rIns="536350" wrap="square" tIns="536350">
            <a:noAutofit/>
          </a:bodyPr>
          <a:lstStyle>
            <a:lvl1pPr lvl="0" rtl="0" algn="l">
              <a:lnSpc>
                <a:spcPct val="100000"/>
              </a:lnSpc>
              <a:spcBef>
                <a:spcPts val="0"/>
              </a:spcBef>
              <a:spcAft>
                <a:spcPts val="0"/>
              </a:spcAft>
              <a:buSzPts val="16400"/>
              <a:buNone/>
              <a:defRPr/>
            </a:lvl1pPr>
            <a:lvl2pPr lvl="1" rtl="0" algn="l">
              <a:lnSpc>
                <a:spcPct val="100000"/>
              </a:lnSpc>
              <a:spcBef>
                <a:spcPts val="0"/>
              </a:spcBef>
              <a:spcAft>
                <a:spcPts val="0"/>
              </a:spcAft>
              <a:buSzPts val="16400"/>
              <a:buNone/>
              <a:defRPr/>
            </a:lvl2pPr>
            <a:lvl3pPr lvl="2" rtl="0" algn="l">
              <a:lnSpc>
                <a:spcPct val="100000"/>
              </a:lnSpc>
              <a:spcBef>
                <a:spcPts val="0"/>
              </a:spcBef>
              <a:spcAft>
                <a:spcPts val="0"/>
              </a:spcAft>
              <a:buSzPts val="16400"/>
              <a:buNone/>
              <a:defRPr/>
            </a:lvl3pPr>
            <a:lvl4pPr lvl="3" rtl="0" algn="l">
              <a:lnSpc>
                <a:spcPct val="100000"/>
              </a:lnSpc>
              <a:spcBef>
                <a:spcPts val="0"/>
              </a:spcBef>
              <a:spcAft>
                <a:spcPts val="0"/>
              </a:spcAft>
              <a:buSzPts val="16400"/>
              <a:buNone/>
              <a:defRPr/>
            </a:lvl4pPr>
            <a:lvl5pPr lvl="4" rtl="0" algn="l">
              <a:lnSpc>
                <a:spcPct val="100000"/>
              </a:lnSpc>
              <a:spcBef>
                <a:spcPts val="0"/>
              </a:spcBef>
              <a:spcAft>
                <a:spcPts val="0"/>
              </a:spcAft>
              <a:buSzPts val="16400"/>
              <a:buNone/>
              <a:defRPr/>
            </a:lvl5pPr>
            <a:lvl6pPr lvl="5" rtl="0" algn="l">
              <a:lnSpc>
                <a:spcPct val="100000"/>
              </a:lnSpc>
              <a:spcBef>
                <a:spcPts val="0"/>
              </a:spcBef>
              <a:spcAft>
                <a:spcPts val="0"/>
              </a:spcAft>
              <a:buSzPts val="16400"/>
              <a:buNone/>
              <a:defRPr/>
            </a:lvl6pPr>
            <a:lvl7pPr lvl="6" rtl="0" algn="l">
              <a:lnSpc>
                <a:spcPct val="100000"/>
              </a:lnSpc>
              <a:spcBef>
                <a:spcPts val="0"/>
              </a:spcBef>
              <a:spcAft>
                <a:spcPts val="0"/>
              </a:spcAft>
              <a:buSzPts val="16400"/>
              <a:buNone/>
              <a:defRPr/>
            </a:lvl7pPr>
            <a:lvl8pPr lvl="7" rtl="0" algn="l">
              <a:lnSpc>
                <a:spcPct val="100000"/>
              </a:lnSpc>
              <a:spcBef>
                <a:spcPts val="0"/>
              </a:spcBef>
              <a:spcAft>
                <a:spcPts val="0"/>
              </a:spcAft>
              <a:buSzPts val="16400"/>
              <a:buNone/>
              <a:defRPr/>
            </a:lvl8pPr>
            <a:lvl9pPr lvl="8" rtl="0" algn="l">
              <a:lnSpc>
                <a:spcPct val="100000"/>
              </a:lnSpc>
              <a:spcBef>
                <a:spcPts val="0"/>
              </a:spcBef>
              <a:spcAft>
                <a:spcPts val="0"/>
              </a:spcAft>
              <a:buSzPts val="16400"/>
              <a:buNone/>
              <a:defRPr/>
            </a:lvl9pPr>
          </a:lstStyle>
          <a:p/>
        </p:txBody>
      </p:sp>
      <p:sp>
        <p:nvSpPr>
          <p:cNvPr id="82" name="Google Shape;82;g7ad6d1ee76_0_55"/>
          <p:cNvSpPr txBox="1"/>
          <p:nvPr>
            <p:ph idx="1" type="body"/>
          </p:nvPr>
        </p:nvSpPr>
        <p:spPr>
          <a:xfrm>
            <a:off x="1745520" y="7375840"/>
            <a:ext cx="47715300" cy="21864900"/>
          </a:xfrm>
          <a:prstGeom prst="rect">
            <a:avLst/>
          </a:prstGeom>
          <a:noFill/>
          <a:ln>
            <a:noFill/>
          </a:ln>
        </p:spPr>
        <p:txBody>
          <a:bodyPr anchorCtr="0" anchor="t" bIns="536350" lIns="536350" spcFirstLastPara="1" rIns="536350" wrap="square" tIns="536350">
            <a:noAutofit/>
          </a:bodyPr>
          <a:lstStyle>
            <a:lvl1pPr indent="-901700" lvl="0" marL="457200" rtl="0" algn="l">
              <a:lnSpc>
                <a:spcPct val="115000"/>
              </a:lnSpc>
              <a:spcBef>
                <a:spcPts val="0"/>
              </a:spcBef>
              <a:spcAft>
                <a:spcPts val="0"/>
              </a:spcAft>
              <a:buSzPts val="10600"/>
              <a:buChar char="●"/>
              <a:defRPr/>
            </a:lvl1pPr>
            <a:lvl2pPr indent="-749300" lvl="1" marL="914400" rtl="0" algn="l">
              <a:lnSpc>
                <a:spcPct val="115000"/>
              </a:lnSpc>
              <a:spcBef>
                <a:spcPts val="9400"/>
              </a:spcBef>
              <a:spcAft>
                <a:spcPts val="0"/>
              </a:spcAft>
              <a:buSzPts val="8200"/>
              <a:buChar char="○"/>
              <a:defRPr/>
            </a:lvl2pPr>
            <a:lvl3pPr indent="-749300" lvl="2" marL="1371600" rtl="0" algn="l">
              <a:lnSpc>
                <a:spcPct val="115000"/>
              </a:lnSpc>
              <a:spcBef>
                <a:spcPts val="9400"/>
              </a:spcBef>
              <a:spcAft>
                <a:spcPts val="0"/>
              </a:spcAft>
              <a:buSzPts val="8200"/>
              <a:buChar char="■"/>
              <a:defRPr/>
            </a:lvl3pPr>
            <a:lvl4pPr indent="-749300" lvl="3" marL="1828800" rtl="0" algn="l">
              <a:lnSpc>
                <a:spcPct val="115000"/>
              </a:lnSpc>
              <a:spcBef>
                <a:spcPts val="9400"/>
              </a:spcBef>
              <a:spcAft>
                <a:spcPts val="0"/>
              </a:spcAft>
              <a:buSzPts val="8200"/>
              <a:buChar char="●"/>
              <a:defRPr/>
            </a:lvl4pPr>
            <a:lvl5pPr indent="-749300" lvl="4" marL="2286000" rtl="0" algn="l">
              <a:lnSpc>
                <a:spcPct val="115000"/>
              </a:lnSpc>
              <a:spcBef>
                <a:spcPts val="9400"/>
              </a:spcBef>
              <a:spcAft>
                <a:spcPts val="0"/>
              </a:spcAft>
              <a:buSzPts val="8200"/>
              <a:buChar char="○"/>
              <a:defRPr/>
            </a:lvl5pPr>
            <a:lvl6pPr indent="-749300" lvl="5" marL="2743200" rtl="0" algn="l">
              <a:lnSpc>
                <a:spcPct val="115000"/>
              </a:lnSpc>
              <a:spcBef>
                <a:spcPts val="9400"/>
              </a:spcBef>
              <a:spcAft>
                <a:spcPts val="0"/>
              </a:spcAft>
              <a:buSzPts val="8200"/>
              <a:buChar char="■"/>
              <a:defRPr/>
            </a:lvl6pPr>
            <a:lvl7pPr indent="-749300" lvl="6" marL="3200400" rtl="0" algn="l">
              <a:lnSpc>
                <a:spcPct val="115000"/>
              </a:lnSpc>
              <a:spcBef>
                <a:spcPts val="9400"/>
              </a:spcBef>
              <a:spcAft>
                <a:spcPts val="0"/>
              </a:spcAft>
              <a:buSzPts val="8200"/>
              <a:buChar char="●"/>
              <a:defRPr/>
            </a:lvl7pPr>
            <a:lvl8pPr indent="-749300" lvl="7" marL="3657600" rtl="0" algn="l">
              <a:lnSpc>
                <a:spcPct val="115000"/>
              </a:lnSpc>
              <a:spcBef>
                <a:spcPts val="9400"/>
              </a:spcBef>
              <a:spcAft>
                <a:spcPts val="0"/>
              </a:spcAft>
              <a:buSzPts val="8200"/>
              <a:buChar char="○"/>
              <a:defRPr/>
            </a:lvl8pPr>
            <a:lvl9pPr indent="-749300" lvl="8" marL="4114800" rtl="0" algn="l">
              <a:lnSpc>
                <a:spcPct val="115000"/>
              </a:lnSpc>
              <a:spcBef>
                <a:spcPts val="9400"/>
              </a:spcBef>
              <a:spcAft>
                <a:spcPts val="9400"/>
              </a:spcAft>
              <a:buSzPts val="8200"/>
              <a:buChar char="■"/>
              <a:defRPr/>
            </a:lvl9pPr>
          </a:lstStyle>
          <a:p/>
        </p:txBody>
      </p:sp>
      <p:sp>
        <p:nvSpPr>
          <p:cNvPr id="83" name="Google Shape;83;g7ad6d1ee76_0_55"/>
          <p:cNvSpPr txBox="1"/>
          <p:nvPr>
            <p:ph idx="12" type="sldNum"/>
          </p:nvPr>
        </p:nvSpPr>
        <p:spPr>
          <a:xfrm>
            <a:off x="47445764" y="29844590"/>
            <a:ext cx="3072600" cy="2519100"/>
          </a:xfrm>
          <a:prstGeom prst="rect">
            <a:avLst/>
          </a:prstGeom>
          <a:noFill/>
          <a:ln>
            <a:noFill/>
          </a:ln>
        </p:spPr>
        <p:txBody>
          <a:bodyPr anchorCtr="0" anchor="ctr" bIns="536350" lIns="536350" spcFirstLastPara="1" rIns="536350" wrap="square" tIns="536350">
            <a:noAutofit/>
          </a:bodyPr>
          <a:lstStyle>
            <a:lvl1pPr indent="0" lvl="0"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900"/>
              <a:buFont typeface="Arial"/>
              <a:buNone/>
              <a:defRPr b="0" i="0" sz="5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841750" y="2927350"/>
            <a:ext cx="43524487" cy="5484812"/>
          </a:xfrm>
          <a:prstGeom prst="rect">
            <a:avLst/>
          </a:prstGeom>
          <a:noFill/>
          <a:ln>
            <a:noFill/>
          </a:ln>
        </p:spPr>
        <p:txBody>
          <a:bodyPr anchorCtr="0" anchor="ctr" bIns="218125" lIns="436275" spcFirstLastPara="1" rIns="436275" wrap="square" tIns="218125">
            <a:noAutofit/>
          </a:bodyPr>
          <a:lstStyle>
            <a:lvl1pPr lvl="0"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21000" u="none" cap="none" strike="noStrike">
                <a:solidFill>
                  <a:schemeClr val="dk2"/>
                </a:solidFill>
                <a:latin typeface="Times New Roman"/>
                <a:ea typeface="Times New Roman"/>
                <a:cs typeface="Times New Roman"/>
                <a:sym typeface="Times New Roman"/>
              </a:defRPr>
            </a:lvl9pPr>
          </a:lstStyle>
          <a:p/>
        </p:txBody>
      </p:sp>
      <p:sp>
        <p:nvSpPr>
          <p:cNvPr id="7" name="Google Shape;7;p2"/>
          <p:cNvSpPr txBox="1"/>
          <p:nvPr>
            <p:ph idx="1" type="body"/>
          </p:nvPr>
        </p:nvSpPr>
        <p:spPr>
          <a:xfrm>
            <a:off x="3841750" y="9507537"/>
            <a:ext cx="43524487" cy="19754850"/>
          </a:xfrm>
          <a:prstGeom prst="rect">
            <a:avLst/>
          </a:prstGeom>
          <a:noFill/>
          <a:ln>
            <a:noFill/>
          </a:ln>
        </p:spPr>
        <p:txBody>
          <a:bodyPr anchorCtr="0" anchor="t" bIns="218125" lIns="436275" spcFirstLastPara="1" rIns="436275" wrap="square" tIns="218125">
            <a:noAutofit/>
          </a:bodyPr>
          <a:lstStyle>
            <a:lvl1pPr indent="-1200150" lvl="0" marL="457200" marR="0" rtl="0" algn="l">
              <a:lnSpc>
                <a:spcPct val="100000"/>
              </a:lnSpc>
              <a:spcBef>
                <a:spcPts val="3060"/>
              </a:spcBef>
              <a:spcAft>
                <a:spcPts val="0"/>
              </a:spcAft>
              <a:buClr>
                <a:schemeClr val="dk1"/>
              </a:buClr>
              <a:buSzPts val="15300"/>
              <a:buFont typeface="Times New Roman"/>
              <a:buChar char="•"/>
              <a:defRPr b="0" i="0" sz="15300" u="none" cap="none" strike="noStrike">
                <a:solidFill>
                  <a:schemeClr val="dk1"/>
                </a:solidFill>
                <a:latin typeface="Times New Roman"/>
                <a:ea typeface="Times New Roman"/>
                <a:cs typeface="Times New Roman"/>
                <a:sym typeface="Times New Roman"/>
              </a:defRPr>
            </a:lvl1pPr>
            <a:lvl2pPr indent="-1079500" lvl="1" marL="914400" marR="0" rtl="0" algn="l">
              <a:lnSpc>
                <a:spcPct val="100000"/>
              </a:lnSpc>
              <a:spcBef>
                <a:spcPts val="2680"/>
              </a:spcBef>
              <a:spcAft>
                <a:spcPts val="0"/>
              </a:spcAft>
              <a:buClr>
                <a:schemeClr val="dk1"/>
              </a:buClr>
              <a:buSzPts val="13400"/>
              <a:buFont typeface="Times New Roman"/>
              <a:buChar char="–"/>
              <a:defRPr b="0" i="0" sz="13400" u="none" cap="none" strike="noStrike">
                <a:solidFill>
                  <a:schemeClr val="dk1"/>
                </a:solidFill>
                <a:latin typeface="Times New Roman"/>
                <a:ea typeface="Times New Roman"/>
                <a:cs typeface="Times New Roman"/>
                <a:sym typeface="Times New Roman"/>
              </a:defRPr>
            </a:lvl2pPr>
            <a:lvl3pPr indent="-958850" lvl="2" marL="1371600" marR="0" rtl="0" algn="l">
              <a:lnSpc>
                <a:spcPct val="100000"/>
              </a:lnSpc>
              <a:spcBef>
                <a:spcPts val="2300"/>
              </a:spcBef>
              <a:spcAft>
                <a:spcPts val="0"/>
              </a:spcAft>
              <a:buClr>
                <a:schemeClr val="dk1"/>
              </a:buClr>
              <a:buSzPts val="11500"/>
              <a:buFont typeface="Times New Roman"/>
              <a:buChar char="•"/>
              <a:defRPr b="0" i="0" sz="11500" u="none" cap="none" strike="noStrike">
                <a:solidFill>
                  <a:schemeClr val="dk1"/>
                </a:solidFill>
                <a:latin typeface="Times New Roman"/>
                <a:ea typeface="Times New Roman"/>
                <a:cs typeface="Times New Roman"/>
                <a:sym typeface="Times New Roman"/>
              </a:defRPr>
            </a:lvl3pPr>
            <a:lvl4pPr indent="-831850" lvl="3" marL="18288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4pPr>
            <a:lvl5pPr indent="-831850" lvl="4" marL="22860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5pPr>
            <a:lvl6pPr indent="-831850" lvl="5" marL="27432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6pPr>
            <a:lvl7pPr indent="-831850" lvl="6" marL="32004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7pPr>
            <a:lvl8pPr indent="-831850" lvl="7" marL="36576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8pPr>
            <a:lvl9pPr indent="-831850" lvl="8" marL="4114800" marR="0" rtl="0" algn="l">
              <a:lnSpc>
                <a:spcPct val="100000"/>
              </a:lnSpc>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9pPr>
          </a:lstStyle>
          <a:p/>
        </p:txBody>
      </p:sp>
      <p:sp>
        <p:nvSpPr>
          <p:cNvPr id="8" name="Google Shape;8;p2"/>
          <p:cNvSpPr txBox="1"/>
          <p:nvPr>
            <p:ph idx="10" type="dt"/>
          </p:nvPr>
        </p:nvSpPr>
        <p:spPr>
          <a:xfrm>
            <a:off x="3841750" y="29991050"/>
            <a:ext cx="10668000" cy="2195512"/>
          </a:xfrm>
          <a:prstGeom prst="rect">
            <a:avLst/>
          </a:prstGeom>
          <a:noFill/>
          <a:ln>
            <a:noFill/>
          </a:ln>
        </p:spPr>
        <p:txBody>
          <a:bodyPr anchorCtr="0" anchor="t" bIns="218125" lIns="436275" spcFirstLastPara="1" rIns="436275" wrap="square" tIns="218125">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9pPr>
          </a:lstStyle>
          <a:p/>
        </p:txBody>
      </p:sp>
      <p:sp>
        <p:nvSpPr>
          <p:cNvPr id="9" name="Google Shape;9;p2"/>
          <p:cNvSpPr txBox="1"/>
          <p:nvPr>
            <p:ph idx="11" type="ftr"/>
          </p:nvPr>
        </p:nvSpPr>
        <p:spPr>
          <a:xfrm>
            <a:off x="17495838" y="29991050"/>
            <a:ext cx="16216312" cy="2195512"/>
          </a:xfrm>
          <a:prstGeom prst="rect">
            <a:avLst/>
          </a:prstGeom>
          <a:noFill/>
          <a:ln>
            <a:noFill/>
          </a:ln>
        </p:spPr>
        <p:txBody>
          <a:bodyPr anchorCtr="0" anchor="t" bIns="218125" lIns="436275" spcFirstLastPara="1" rIns="436275" wrap="square" tIns="218125">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Times New Roman"/>
                <a:ea typeface="Times New Roman"/>
                <a:cs typeface="Times New Roman"/>
                <a:sym typeface="Times New Roman"/>
              </a:defRPr>
            </a:lvl9pPr>
          </a:lstStyle>
          <a:p/>
        </p:txBody>
      </p:sp>
      <p:sp>
        <p:nvSpPr>
          <p:cNvPr id="10" name="Google Shape;10;p2"/>
          <p:cNvSpPr txBox="1"/>
          <p:nvPr>
            <p:ph idx="12" type="sldNum"/>
          </p:nvPr>
        </p:nvSpPr>
        <p:spPr>
          <a:xfrm>
            <a:off x="36698238" y="29991050"/>
            <a:ext cx="10668000" cy="2195512"/>
          </a:xfrm>
          <a:prstGeom prst="rect">
            <a:avLst/>
          </a:prstGeom>
          <a:noFill/>
          <a:ln>
            <a:noFill/>
          </a:ln>
        </p:spPr>
        <p:txBody>
          <a:bodyPr anchorCtr="0" anchor="t" bIns="218125" lIns="436275" spcFirstLastPara="1" rIns="436275" wrap="square" tIns="218125">
            <a:noAutofit/>
          </a:bodyPr>
          <a:lstStyle>
            <a:lvl1pPr indent="0" lvl="0"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6700"/>
              <a:buFont typeface="Times New Roman"/>
              <a:buNone/>
              <a:defRPr b="0" i="0" sz="67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9.jpg"/><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www.youtube.com/watch?v=cTovEaKmmAo" TargetMode="Externa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github.com/Jacob-Hoff-man/Compan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13200300" y="20118800"/>
            <a:ext cx="19165133" cy="11366525"/>
          </a:xfrm>
          <a:prstGeom prst="rect">
            <a:avLst/>
          </a:prstGeom>
          <a:noFill/>
          <a:ln>
            <a:noFill/>
          </a:ln>
        </p:spPr>
      </p:pic>
      <p:sp>
        <p:nvSpPr>
          <p:cNvPr id="89" name="Google Shape;89;p1"/>
          <p:cNvSpPr txBox="1"/>
          <p:nvPr/>
        </p:nvSpPr>
        <p:spPr>
          <a:xfrm>
            <a:off x="7586712" y="1333700"/>
            <a:ext cx="36032999" cy="14223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7200"/>
              <a:buFont typeface="Arial"/>
              <a:buNone/>
            </a:pPr>
            <a:r>
              <a:rPr b="1" i="0" lang="en-US" sz="9600" u="none" cap="none" strike="noStrike">
                <a:solidFill>
                  <a:schemeClr val="dk1"/>
                </a:solidFill>
                <a:latin typeface="Times New Roman"/>
                <a:ea typeface="Times New Roman"/>
                <a:cs typeface="Times New Roman"/>
                <a:sym typeface="Times New Roman"/>
              </a:rPr>
              <a:t>Cycle Statistic Tool</a:t>
            </a:r>
            <a:endParaRPr b="0" i="0" sz="9600" u="none" cap="none" strike="noStrike">
              <a:solidFill>
                <a:srgbClr val="000000"/>
              </a:solidFill>
              <a:latin typeface="Times New Roman"/>
              <a:ea typeface="Times New Roman"/>
              <a:cs typeface="Times New Roman"/>
              <a:sym typeface="Times New Roman"/>
            </a:endParaRPr>
          </a:p>
        </p:txBody>
      </p:sp>
      <p:sp>
        <p:nvSpPr>
          <p:cNvPr id="90" name="Google Shape;90;p1"/>
          <p:cNvSpPr txBox="1"/>
          <p:nvPr/>
        </p:nvSpPr>
        <p:spPr>
          <a:xfrm>
            <a:off x="19764450" y="2982475"/>
            <a:ext cx="11838000" cy="286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6000"/>
              <a:buFont typeface="Times New Roman"/>
              <a:buNone/>
            </a:pPr>
            <a:r>
              <a:rPr b="0" i="0" lang="en-US" sz="6000" u="none" cap="none" strike="noStrike">
                <a:solidFill>
                  <a:schemeClr val="dk1"/>
                </a:solidFill>
                <a:latin typeface="Times New Roman"/>
                <a:ea typeface="Times New Roman"/>
                <a:cs typeface="Times New Roman"/>
                <a:sym typeface="Times New Roman"/>
              </a:rPr>
              <a:t>Cody Klingler, Jacob Hoffman</a:t>
            </a:r>
            <a:endParaRPr b="0" i="0" sz="6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6000"/>
              <a:buFont typeface="Times New Roman"/>
              <a:buNone/>
            </a:pPr>
            <a:r>
              <a:rPr b="0" i="0" lang="en-US" sz="6000" u="none" cap="none" strike="noStrike">
                <a:solidFill>
                  <a:schemeClr val="dk1"/>
                </a:solidFill>
                <a:latin typeface="Times New Roman"/>
                <a:ea typeface="Times New Roman"/>
                <a:cs typeface="Times New Roman"/>
                <a:sym typeface="Times New Roman"/>
              </a:rPr>
              <a:t>Computer Engineering</a:t>
            </a:r>
            <a:endParaRPr b="0" i="0" sz="6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6000"/>
              <a:buFont typeface="Times New Roman"/>
              <a:buNone/>
            </a:pPr>
            <a:r>
              <a:rPr b="0" i="0" lang="en-US" sz="6000" u="none" cap="none" strike="noStrike">
                <a:solidFill>
                  <a:schemeClr val="dk1"/>
                </a:solidFill>
                <a:latin typeface="Times New Roman"/>
                <a:ea typeface="Times New Roman"/>
                <a:cs typeface="Times New Roman"/>
                <a:sym typeface="Times New Roman"/>
              </a:rPr>
              <a:t>University of Pittsburgh at Johnstown</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40166428" y="7067604"/>
            <a:ext cx="0" cy="554156"/>
          </a:xfrm>
          <a:prstGeom prst="rect">
            <a:avLst/>
          </a:prstGeom>
          <a:solidFill>
            <a:srgbClr val="BF9000"/>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10771175" y="7067600"/>
            <a:ext cx="9659400" cy="740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4000"/>
              <a:buFont typeface="Times New Roman"/>
              <a:buNone/>
            </a:pPr>
            <a:r>
              <a:rPr b="1" i="0" lang="en-US" sz="3800" u="none" cap="none" strike="noStrike">
                <a:solidFill>
                  <a:srgbClr val="000000"/>
                </a:solidFill>
                <a:latin typeface="Times New Roman"/>
                <a:ea typeface="Times New Roman"/>
                <a:cs typeface="Times New Roman"/>
                <a:sym typeface="Times New Roman"/>
              </a:rPr>
              <a:t>Problem Identification:</a:t>
            </a:r>
            <a:endParaRPr b="1" i="0" sz="38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3800" u="none" cap="none" strike="noStrike">
                <a:solidFill>
                  <a:srgbClr val="000000"/>
                </a:solidFill>
                <a:latin typeface="Times New Roman"/>
                <a:ea typeface="Times New Roman"/>
                <a:cs typeface="Times New Roman"/>
                <a:sym typeface="Times New Roman"/>
              </a:rPr>
              <a:t>Currently, there are several wearable devices available for cyclists that offer general data collection about a cycling session; however, they do not offer specific statistic tracking for the user, only general data about the location, duration, and exercise of the cycling trip. The specialized meters that are available to cyclists currently offer very few measurements. Cyclists require a better, more encompassing solution for setting goals and tracking improvement.</a:t>
            </a:r>
            <a:endParaRPr b="0" i="0" sz="1600" u="none" cap="none" strike="noStrike">
              <a:solidFill>
                <a:srgbClr val="000000"/>
              </a:solidFill>
              <a:latin typeface="Times New Roman"/>
              <a:ea typeface="Times New Roman"/>
              <a:cs typeface="Times New Roman"/>
              <a:sym typeface="Times New Roman"/>
            </a:endParaRPr>
          </a:p>
        </p:txBody>
      </p:sp>
      <p:pic>
        <p:nvPicPr>
          <p:cNvPr descr="Pitt-Johnstown Seal" id="93" name="Google Shape;93;p1"/>
          <p:cNvPicPr preferRelativeResize="0"/>
          <p:nvPr/>
        </p:nvPicPr>
        <p:blipFill rotWithShape="1">
          <a:blip r:embed="rId4">
            <a:alphaModFix/>
          </a:blip>
          <a:srcRect b="0" l="0" r="0" t="0"/>
          <a:stretch/>
        </p:blipFill>
        <p:spPr>
          <a:xfrm>
            <a:off x="1863625" y="882875"/>
            <a:ext cx="4813400" cy="4332045"/>
          </a:xfrm>
          <a:prstGeom prst="rect">
            <a:avLst/>
          </a:prstGeom>
          <a:noFill/>
          <a:ln>
            <a:noFill/>
          </a:ln>
        </p:spPr>
      </p:pic>
      <p:pic>
        <p:nvPicPr>
          <p:cNvPr descr="Pitt-Johnstown Seal" id="94" name="Google Shape;94;p1"/>
          <p:cNvPicPr preferRelativeResize="0"/>
          <p:nvPr/>
        </p:nvPicPr>
        <p:blipFill rotWithShape="1">
          <a:blip r:embed="rId4">
            <a:alphaModFix/>
          </a:blip>
          <a:srcRect b="0" l="0" r="0" t="0"/>
          <a:stretch/>
        </p:blipFill>
        <p:spPr>
          <a:xfrm>
            <a:off x="43919325" y="882875"/>
            <a:ext cx="4813400" cy="4332052"/>
          </a:xfrm>
          <a:prstGeom prst="rect">
            <a:avLst/>
          </a:prstGeom>
          <a:noFill/>
          <a:ln>
            <a:noFill/>
          </a:ln>
        </p:spPr>
      </p:pic>
      <p:sp>
        <p:nvSpPr>
          <p:cNvPr id="95" name="Google Shape;95;p1"/>
          <p:cNvSpPr txBox="1"/>
          <p:nvPr/>
        </p:nvSpPr>
        <p:spPr>
          <a:xfrm>
            <a:off x="19242863" y="31398800"/>
            <a:ext cx="7080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cap="none" strike="noStrike">
                <a:solidFill>
                  <a:schemeClr val="dk1"/>
                </a:solidFill>
                <a:latin typeface="Times New Roman"/>
                <a:ea typeface="Times New Roman"/>
                <a:cs typeface="Times New Roman"/>
                <a:sym typeface="Times New Roman"/>
              </a:rPr>
              <a:t>Figure 2: Cycle Statistic Tool Design</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37737450" y="31321650"/>
            <a:ext cx="80898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cap="none" strike="noStrike">
                <a:solidFill>
                  <a:schemeClr val="dk1"/>
                </a:solidFill>
                <a:latin typeface="Times New Roman"/>
                <a:ea typeface="Times New Roman"/>
                <a:cs typeface="Times New Roman"/>
                <a:sym typeface="Times New Roman"/>
              </a:rPr>
              <a:t>Figure 3: Display Mounted on Handlebars</a:t>
            </a:r>
            <a:endParaRPr b="0" i="0" sz="1400" u="none" cap="none" strike="noStrike">
              <a:solidFill>
                <a:srgbClr val="000000"/>
              </a:solidFill>
              <a:latin typeface="Arial"/>
              <a:ea typeface="Arial"/>
              <a:cs typeface="Arial"/>
              <a:sym typeface="Arial"/>
            </a:endParaRPr>
          </a:p>
        </p:txBody>
      </p:sp>
      <p:sp>
        <p:nvSpPr>
          <p:cNvPr id="97" name="Google Shape;97;p1"/>
          <p:cNvSpPr txBox="1"/>
          <p:nvPr/>
        </p:nvSpPr>
        <p:spPr>
          <a:xfrm>
            <a:off x="33682475" y="19682750"/>
            <a:ext cx="14088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cap="none" strike="noStrike">
                <a:solidFill>
                  <a:schemeClr val="dk1"/>
                </a:solidFill>
                <a:latin typeface="Times New Roman"/>
                <a:ea typeface="Times New Roman"/>
                <a:cs typeface="Times New Roman"/>
                <a:sym typeface="Times New Roman"/>
              </a:rPr>
              <a:t>Figure 4: Block Diagram Illustration of Hardware Component Interactions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0771075" y="14960234"/>
            <a:ext cx="9659400" cy="4713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4000"/>
              <a:buFont typeface="Times New Roman"/>
              <a:buNone/>
            </a:pPr>
            <a:r>
              <a:rPr b="1" i="0" lang="en-US" sz="3800" u="none" cap="none" strike="noStrike">
                <a:solidFill>
                  <a:srgbClr val="000000"/>
                </a:solidFill>
                <a:latin typeface="Times New Roman"/>
                <a:ea typeface="Times New Roman"/>
                <a:cs typeface="Times New Roman"/>
                <a:sym typeface="Times New Roman"/>
              </a:rPr>
              <a:t>Engineering Formulation:</a:t>
            </a:r>
            <a:endParaRPr b="1" i="0" sz="38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3800" u="none" cap="none" strike="noStrike">
                <a:solidFill>
                  <a:srgbClr val="000000"/>
                </a:solidFill>
                <a:latin typeface="Times New Roman"/>
                <a:ea typeface="Times New Roman"/>
                <a:cs typeface="Times New Roman"/>
                <a:sym typeface="Times New Roman"/>
              </a:rPr>
              <a:t>Sensors and components may be used to create a device designed to provide a large collection of cycling data. Transmitting cycling data to a companion application will provide record of each cycling session for use in improving a user’s cycling skills.</a:t>
            </a:r>
            <a:endParaRPr b="0" i="0" sz="3800"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nvSpPr>
        <p:spPr>
          <a:xfrm>
            <a:off x="688688"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FFFFF"/>
                </a:solidFill>
                <a:latin typeface="Arial"/>
                <a:ea typeface="Arial"/>
                <a:cs typeface="Arial"/>
                <a:sym typeface="Arial"/>
              </a:rPr>
              <a:t>Abstract</a:t>
            </a:r>
            <a:endParaRPr b="1" i="0" sz="4100" u="none" cap="none" strike="noStrike">
              <a:solidFill>
                <a:srgbClr val="FFFFFF"/>
              </a:solidFill>
              <a:latin typeface="Arial"/>
              <a:ea typeface="Arial"/>
              <a:cs typeface="Arial"/>
              <a:sym typeface="Arial"/>
            </a:endParaRPr>
          </a:p>
        </p:txBody>
      </p:sp>
      <p:sp>
        <p:nvSpPr>
          <p:cNvPr id="100" name="Google Shape;100;p1"/>
          <p:cNvSpPr txBox="1"/>
          <p:nvPr/>
        </p:nvSpPr>
        <p:spPr>
          <a:xfrm>
            <a:off x="20853638"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FFFFF"/>
                </a:solidFill>
                <a:latin typeface="Arial"/>
                <a:ea typeface="Arial"/>
                <a:cs typeface="Arial"/>
                <a:sym typeface="Arial"/>
              </a:rPr>
              <a:t>Operation</a:t>
            </a:r>
            <a:endParaRPr b="1" i="0" sz="4100" u="none" cap="none" strike="noStrike">
              <a:solidFill>
                <a:srgbClr val="FFFFFF"/>
              </a:solidFill>
              <a:latin typeface="Arial"/>
              <a:ea typeface="Arial"/>
              <a:cs typeface="Arial"/>
              <a:sym typeface="Arial"/>
            </a:endParaRPr>
          </a:p>
        </p:txBody>
      </p:sp>
      <p:sp>
        <p:nvSpPr>
          <p:cNvPr id="101" name="Google Shape;101;p1"/>
          <p:cNvSpPr txBox="1"/>
          <p:nvPr/>
        </p:nvSpPr>
        <p:spPr>
          <a:xfrm>
            <a:off x="10771163" y="6072525"/>
            <a:ext cx="9659400" cy="743100"/>
          </a:xfrm>
          <a:prstGeom prst="rect">
            <a:avLst/>
          </a:prstGeom>
          <a:solidFill>
            <a:srgbClr val="B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FFFFF"/>
                </a:solidFill>
                <a:latin typeface="Arial"/>
                <a:ea typeface="Arial"/>
                <a:cs typeface="Arial"/>
                <a:sym typeface="Arial"/>
              </a:rPr>
              <a:t>Justification</a:t>
            </a:r>
            <a:endParaRPr b="1" i="0" sz="4100" u="none" cap="none" strike="noStrike">
              <a:solidFill>
                <a:srgbClr val="FFFFFF"/>
              </a:solidFill>
              <a:latin typeface="Arial"/>
              <a:ea typeface="Arial"/>
              <a:cs typeface="Arial"/>
              <a:sym typeface="Arial"/>
            </a:endParaRPr>
          </a:p>
        </p:txBody>
      </p:sp>
      <p:sp>
        <p:nvSpPr>
          <p:cNvPr id="102" name="Google Shape;102;p1"/>
          <p:cNvSpPr txBox="1"/>
          <p:nvPr/>
        </p:nvSpPr>
        <p:spPr>
          <a:xfrm>
            <a:off x="30936113" y="6071850"/>
            <a:ext cx="19581601" cy="743100"/>
          </a:xfrm>
          <a:prstGeom prst="rect">
            <a:avLst/>
          </a:prstGeom>
          <a:solidFill>
            <a:srgbClr val="BF9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100"/>
              <a:buFont typeface="Arial"/>
              <a:buNone/>
            </a:pPr>
            <a:r>
              <a:rPr b="1" i="0" lang="en-US" sz="4100" u="none" cap="none" strike="noStrike">
                <a:solidFill>
                  <a:srgbClr val="FFFFFF"/>
                </a:solidFill>
                <a:latin typeface="Arial"/>
                <a:ea typeface="Arial"/>
                <a:cs typeface="Arial"/>
                <a:sym typeface="Arial"/>
              </a:rPr>
              <a:t>System Block Diagram</a:t>
            </a:r>
            <a:endParaRPr b="1" i="0" sz="4100" u="none" cap="none" strike="noStrike">
              <a:solidFill>
                <a:srgbClr val="FFFFFF"/>
              </a:solidFill>
              <a:latin typeface="Arial"/>
              <a:ea typeface="Arial"/>
              <a:cs typeface="Arial"/>
              <a:sym typeface="Arial"/>
            </a:endParaRPr>
          </a:p>
        </p:txBody>
      </p:sp>
      <p:sp>
        <p:nvSpPr>
          <p:cNvPr id="103" name="Google Shape;103;p1"/>
          <p:cNvSpPr txBox="1"/>
          <p:nvPr/>
        </p:nvSpPr>
        <p:spPr>
          <a:xfrm>
            <a:off x="688600" y="7067600"/>
            <a:ext cx="9659400" cy="816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800"/>
              <a:buFont typeface="Arial"/>
              <a:buNone/>
            </a:pPr>
            <a:r>
              <a:rPr b="0" i="0" lang="en-US" sz="3800" u="none" cap="none" strike="noStrike">
                <a:solidFill>
                  <a:schemeClr val="dk1"/>
                </a:solidFill>
                <a:latin typeface="Times New Roman"/>
                <a:ea typeface="Times New Roman"/>
                <a:cs typeface="Times New Roman"/>
                <a:sym typeface="Times New Roman"/>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b="0" i="0" sz="3800" u="none" cap="none" strike="noStrike">
              <a:solidFill>
                <a:srgbClr val="595959"/>
              </a:solidFill>
              <a:latin typeface="Times New Roman"/>
              <a:ea typeface="Times New Roman"/>
              <a:cs typeface="Times New Roman"/>
              <a:sym typeface="Times New Roman"/>
            </a:endParaRPr>
          </a:p>
        </p:txBody>
      </p:sp>
      <p:pic>
        <p:nvPicPr>
          <p:cNvPr id="104" name="Google Shape;104;p1"/>
          <p:cNvPicPr preferRelativeResize="0"/>
          <p:nvPr/>
        </p:nvPicPr>
        <p:blipFill rotWithShape="1">
          <a:blip r:embed="rId5">
            <a:alphaModFix/>
          </a:blip>
          <a:srcRect b="0" l="0" r="0" t="0"/>
          <a:stretch/>
        </p:blipFill>
        <p:spPr>
          <a:xfrm>
            <a:off x="34122075" y="22413425"/>
            <a:ext cx="15320553" cy="7565705"/>
          </a:xfrm>
          <a:prstGeom prst="rect">
            <a:avLst/>
          </a:prstGeom>
          <a:noFill/>
          <a:ln>
            <a:noFill/>
          </a:ln>
        </p:spPr>
      </p:pic>
      <p:sp>
        <p:nvSpPr>
          <p:cNvPr id="105" name="Google Shape;105;p1"/>
          <p:cNvSpPr txBox="1"/>
          <p:nvPr/>
        </p:nvSpPr>
        <p:spPr>
          <a:xfrm>
            <a:off x="20853750" y="7067600"/>
            <a:ext cx="9659400" cy="12784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US" sz="3800" u="none" cap="none" strike="noStrike">
                <a:solidFill>
                  <a:schemeClr val="dk1"/>
                </a:solidFill>
                <a:latin typeface="Times New Roman"/>
                <a:ea typeface="Times New Roman"/>
                <a:cs typeface="Times New Roman"/>
                <a:sym typeface="Times New Roman"/>
              </a:rPr>
              <a:t>The Cycle Statistic Tool is composed of  two microcontrollers and the system of components connected to each. The microcontroller on the handle bars will be used as the primary device to connect all sensors and for operation of the device. The secondary microcontroller will be attached to the pedal shaft and will wirelessly relay data to the primary board. The block diagram in </a:t>
            </a:r>
            <a:r>
              <a:rPr b="0" i="1" lang="en-US" sz="3800" u="none" cap="none" strike="noStrike">
                <a:solidFill>
                  <a:schemeClr val="dk1"/>
                </a:solidFill>
                <a:latin typeface="Times New Roman"/>
                <a:ea typeface="Times New Roman"/>
                <a:cs typeface="Times New Roman"/>
                <a:sym typeface="Times New Roman"/>
              </a:rPr>
              <a:t>Figure 4</a:t>
            </a:r>
            <a:r>
              <a:rPr b="0" i="0" lang="en-US" sz="3800" u="none" cap="none" strike="noStrike">
                <a:solidFill>
                  <a:schemeClr val="dk1"/>
                </a:solidFill>
                <a:latin typeface="Times New Roman"/>
                <a:ea typeface="Times New Roman"/>
                <a:cs typeface="Times New Roman"/>
                <a:sym typeface="Times New Roman"/>
              </a:rPr>
              <a:t> depicts how each component is connected to the system. The user will begin using the Cycle Statistic Tool by powering on and calibrating the device. Then, the user will </a:t>
            </a:r>
            <a:r>
              <a:rPr lang="en-US" sz="3800">
                <a:solidFill>
                  <a:schemeClr val="dk1"/>
                </a:solidFill>
                <a:latin typeface="Times New Roman"/>
                <a:ea typeface="Times New Roman"/>
                <a:cs typeface="Times New Roman"/>
                <a:sym typeface="Times New Roman"/>
              </a:rPr>
              <a:t>pair</a:t>
            </a:r>
            <a:r>
              <a:rPr b="0" i="0" lang="en-US" sz="3800" u="none" cap="none" strike="noStrike">
                <a:solidFill>
                  <a:schemeClr val="dk1"/>
                </a:solidFill>
                <a:latin typeface="Times New Roman"/>
                <a:ea typeface="Times New Roman"/>
                <a:cs typeface="Times New Roman"/>
                <a:sym typeface="Times New Roman"/>
              </a:rPr>
              <a:t> the device to the mobile application with bluetooth. The user may begin recording a trip to their device by clicking ‘start’ on the </a:t>
            </a:r>
            <a:r>
              <a:rPr lang="en-US" sz="3800">
                <a:solidFill>
                  <a:schemeClr val="dk1"/>
                </a:solidFill>
                <a:latin typeface="Times New Roman"/>
                <a:ea typeface="Times New Roman"/>
                <a:cs typeface="Times New Roman"/>
                <a:sym typeface="Times New Roman"/>
              </a:rPr>
              <a:t>mobile</a:t>
            </a:r>
            <a:r>
              <a:rPr b="0" i="0" lang="en-US" sz="3800" u="none" cap="none" strike="noStrike">
                <a:solidFill>
                  <a:schemeClr val="dk1"/>
                </a:solidFill>
                <a:latin typeface="Times New Roman"/>
                <a:ea typeface="Times New Roman"/>
                <a:cs typeface="Times New Roman"/>
                <a:sym typeface="Times New Roman"/>
              </a:rPr>
              <a:t> </a:t>
            </a:r>
            <a:r>
              <a:rPr lang="en-US" sz="3800">
                <a:solidFill>
                  <a:schemeClr val="dk1"/>
                </a:solidFill>
                <a:latin typeface="Times New Roman"/>
                <a:ea typeface="Times New Roman"/>
                <a:cs typeface="Times New Roman"/>
                <a:sym typeface="Times New Roman"/>
              </a:rPr>
              <a:t>a</a:t>
            </a:r>
            <a:r>
              <a:rPr b="0" i="0" lang="en-US" sz="3800" u="none" cap="none" strike="noStrike">
                <a:solidFill>
                  <a:schemeClr val="dk1"/>
                </a:solidFill>
                <a:latin typeface="Times New Roman"/>
                <a:ea typeface="Times New Roman"/>
                <a:cs typeface="Times New Roman"/>
                <a:sym typeface="Times New Roman"/>
              </a:rPr>
              <a:t>pplication. Live metrics will be displayed on the device and smartphone during usage. Finally, the trip may be saved by clicking ‘finish’ on the mobile application.</a:t>
            </a:r>
            <a:endParaRPr b="1" i="0" sz="3800" u="none" cap="none" strike="noStrike">
              <a:solidFill>
                <a:srgbClr val="000000"/>
              </a:solidFill>
              <a:latin typeface="Times New Roman"/>
              <a:ea typeface="Times New Roman"/>
              <a:cs typeface="Times New Roman"/>
              <a:sym typeface="Times New Roman"/>
            </a:endParaRPr>
          </a:p>
        </p:txBody>
      </p:sp>
      <p:sp>
        <p:nvSpPr>
          <p:cNvPr id="106" name="Google Shape;106;p1"/>
          <p:cNvSpPr txBox="1"/>
          <p:nvPr/>
        </p:nvSpPr>
        <p:spPr>
          <a:xfrm>
            <a:off x="2477625" y="31398800"/>
            <a:ext cx="6469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0" i="1" lang="en-US" sz="3600" u="none" cap="none" strike="noStrike">
                <a:solidFill>
                  <a:schemeClr val="dk1"/>
                </a:solidFill>
                <a:latin typeface="Times New Roman"/>
                <a:ea typeface="Times New Roman"/>
                <a:cs typeface="Times New Roman"/>
                <a:sym typeface="Times New Roman"/>
              </a:rPr>
              <a:t>Figure 1: Companion Application</a:t>
            </a:r>
            <a:endParaRPr b="0" i="0" sz="1400" u="none" cap="none" strike="noStrike">
              <a:solidFill>
                <a:srgbClr val="000000"/>
              </a:solidFill>
              <a:latin typeface="Arial"/>
              <a:ea typeface="Arial"/>
              <a:cs typeface="Arial"/>
              <a:sym typeface="Arial"/>
            </a:endParaRPr>
          </a:p>
        </p:txBody>
      </p:sp>
      <p:pic>
        <p:nvPicPr>
          <p:cNvPr id="107" name="Google Shape;107;p1"/>
          <p:cNvPicPr preferRelativeResize="0"/>
          <p:nvPr/>
        </p:nvPicPr>
        <p:blipFill rotWithShape="1">
          <a:blip r:embed="rId6">
            <a:alphaModFix/>
          </a:blip>
          <a:srcRect b="0" l="0" r="0" t="0"/>
          <a:stretch/>
        </p:blipFill>
        <p:spPr>
          <a:xfrm>
            <a:off x="2264175" y="16026750"/>
            <a:ext cx="6896100" cy="14782800"/>
          </a:xfrm>
          <a:prstGeom prst="rect">
            <a:avLst/>
          </a:prstGeom>
          <a:noFill/>
          <a:ln>
            <a:noFill/>
          </a:ln>
        </p:spPr>
      </p:pic>
      <p:pic>
        <p:nvPicPr>
          <p:cNvPr descr="Pitt-Johnstown Seal" id="108" name="Google Shape;108;p1"/>
          <p:cNvPicPr preferRelativeResize="0"/>
          <p:nvPr/>
        </p:nvPicPr>
        <p:blipFill rotWithShape="1">
          <a:blip r:embed="rId4">
            <a:alphaModFix/>
          </a:blip>
          <a:srcRect b="0" l="0" r="0" t="0"/>
          <a:stretch/>
        </p:blipFill>
        <p:spPr>
          <a:xfrm>
            <a:off x="1863625" y="882875"/>
            <a:ext cx="4813400" cy="4332052"/>
          </a:xfrm>
          <a:prstGeom prst="rect">
            <a:avLst/>
          </a:prstGeom>
          <a:noFill/>
          <a:ln>
            <a:noFill/>
          </a:ln>
        </p:spPr>
      </p:pic>
      <p:pic>
        <p:nvPicPr>
          <p:cNvPr id="109" name="Google Shape;109;p1"/>
          <p:cNvPicPr preferRelativeResize="0"/>
          <p:nvPr/>
        </p:nvPicPr>
        <p:blipFill rotWithShape="1">
          <a:blip r:embed="rId7">
            <a:alphaModFix/>
          </a:blip>
          <a:srcRect b="0" l="0" r="0" t="0"/>
          <a:stretch/>
        </p:blipFill>
        <p:spPr>
          <a:xfrm>
            <a:off x="27645550" y="23370025"/>
            <a:ext cx="4719868" cy="3011725"/>
          </a:xfrm>
          <a:prstGeom prst="rect">
            <a:avLst/>
          </a:prstGeom>
          <a:noFill/>
          <a:ln>
            <a:noFill/>
          </a:ln>
        </p:spPr>
      </p:pic>
      <p:pic>
        <p:nvPicPr>
          <p:cNvPr id="110" name="Google Shape;110;p1"/>
          <p:cNvPicPr preferRelativeResize="0"/>
          <p:nvPr/>
        </p:nvPicPr>
        <p:blipFill rotWithShape="1">
          <a:blip r:embed="rId8">
            <a:alphaModFix/>
          </a:blip>
          <a:srcRect b="0" l="0" r="0" t="0"/>
          <a:stretch/>
        </p:blipFill>
        <p:spPr>
          <a:xfrm>
            <a:off x="16677325" y="27975663"/>
            <a:ext cx="3967290" cy="1028900"/>
          </a:xfrm>
          <a:prstGeom prst="rect">
            <a:avLst/>
          </a:prstGeom>
          <a:noFill/>
          <a:ln>
            <a:noFill/>
          </a:ln>
        </p:spPr>
      </p:pic>
      <p:pic>
        <p:nvPicPr>
          <p:cNvPr id="111" name="Google Shape;111;p1"/>
          <p:cNvPicPr preferRelativeResize="0"/>
          <p:nvPr/>
        </p:nvPicPr>
        <p:blipFill rotWithShape="1">
          <a:blip r:embed="rId9">
            <a:alphaModFix/>
          </a:blip>
          <a:srcRect b="0" l="0" r="0" t="0"/>
          <a:stretch/>
        </p:blipFill>
        <p:spPr>
          <a:xfrm>
            <a:off x="22679275" y="28950225"/>
            <a:ext cx="4966275" cy="1028900"/>
          </a:xfrm>
          <a:prstGeom prst="rect">
            <a:avLst/>
          </a:prstGeom>
          <a:noFill/>
          <a:ln>
            <a:noFill/>
          </a:ln>
        </p:spPr>
      </p:pic>
      <p:pic>
        <p:nvPicPr>
          <p:cNvPr id="112" name="Google Shape;112;p1"/>
          <p:cNvPicPr preferRelativeResize="0"/>
          <p:nvPr/>
        </p:nvPicPr>
        <p:blipFill rotWithShape="1">
          <a:blip r:embed="rId10">
            <a:alphaModFix/>
          </a:blip>
          <a:srcRect b="0" l="0" r="0" t="0"/>
          <a:stretch/>
        </p:blipFill>
        <p:spPr>
          <a:xfrm>
            <a:off x="32365425" y="7278760"/>
            <a:ext cx="17463946" cy="12362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7ad6d1ee76_0_5"/>
          <p:cNvSpPr txBox="1"/>
          <p:nvPr>
            <p:ph type="title"/>
          </p:nvPr>
        </p:nvSpPr>
        <p:spPr>
          <a:xfrm>
            <a:off x="1745520" y="2848160"/>
            <a:ext cx="47715300" cy="3665400"/>
          </a:xfrm>
          <a:prstGeom prst="rect">
            <a:avLst/>
          </a:prstGeom>
        </p:spPr>
        <p:txBody>
          <a:bodyPr anchorCtr="0" anchor="t" bIns="536350" lIns="536350" spcFirstLastPara="1" rIns="536350" wrap="square" tIns="536350">
            <a:noAutofit/>
          </a:bodyPr>
          <a:lstStyle/>
          <a:p>
            <a:pPr indent="0" lvl="0" marL="0" rtl="0" algn="ctr">
              <a:spcBef>
                <a:spcPts val="0"/>
              </a:spcBef>
              <a:spcAft>
                <a:spcPts val="0"/>
              </a:spcAft>
              <a:buNone/>
            </a:pPr>
            <a:r>
              <a:rPr lang="en-US" sz="15000"/>
              <a:t>VIDEO DEMONSTRATION:</a:t>
            </a:r>
            <a:endParaRPr sz="15000"/>
          </a:p>
        </p:txBody>
      </p:sp>
      <p:pic>
        <p:nvPicPr>
          <p:cNvPr descr="The final demonstration video for the Cycle Statistic Tool. This demonstration is paired with the final presentation for Cody Klingler and Jacob Hoffman's Computer Engineering senior project." id="118" name="Google Shape;118;g7ad6d1ee76_0_5" title="Cycle Statistic Tool Final Demonstration">
            <a:hlinkClick r:id="rId3"/>
          </p:cNvPr>
          <p:cNvPicPr preferRelativeResize="0"/>
          <p:nvPr/>
        </p:nvPicPr>
        <p:blipFill>
          <a:blip r:embed="rId4">
            <a:alphaModFix/>
          </a:blip>
          <a:stretch>
            <a:fillRect/>
          </a:stretch>
        </p:blipFill>
        <p:spPr>
          <a:xfrm>
            <a:off x="12801600" y="7312320"/>
            <a:ext cx="25603200" cy="19202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7ad6d1ee76_0_59"/>
          <p:cNvSpPr txBox="1"/>
          <p:nvPr>
            <p:ph type="title"/>
          </p:nvPr>
        </p:nvSpPr>
        <p:spPr>
          <a:xfrm>
            <a:off x="1745520" y="2848160"/>
            <a:ext cx="47715300" cy="3665400"/>
          </a:xfrm>
          <a:prstGeom prst="rect">
            <a:avLst/>
          </a:prstGeom>
        </p:spPr>
        <p:txBody>
          <a:bodyPr anchorCtr="0" anchor="t" bIns="536350" lIns="536350" spcFirstLastPara="1" rIns="536350" wrap="square" tIns="536350">
            <a:noAutofit/>
          </a:bodyPr>
          <a:lstStyle/>
          <a:p>
            <a:pPr indent="0" lvl="0" marL="0" rtl="0" algn="ctr">
              <a:spcBef>
                <a:spcPts val="0"/>
              </a:spcBef>
              <a:spcAft>
                <a:spcPts val="0"/>
              </a:spcAft>
              <a:buNone/>
            </a:pPr>
            <a:r>
              <a:rPr lang="en-US" sz="15000"/>
              <a:t>SOURCE CODE:</a:t>
            </a:r>
            <a:endParaRPr sz="15000"/>
          </a:p>
        </p:txBody>
      </p:sp>
      <p:sp>
        <p:nvSpPr>
          <p:cNvPr id="124" name="Google Shape;124;g7ad6d1ee76_0_59"/>
          <p:cNvSpPr txBox="1"/>
          <p:nvPr>
            <p:ph idx="1" type="body"/>
          </p:nvPr>
        </p:nvSpPr>
        <p:spPr>
          <a:xfrm>
            <a:off x="1745520" y="7375840"/>
            <a:ext cx="47715300" cy="21864900"/>
          </a:xfrm>
          <a:prstGeom prst="rect">
            <a:avLst/>
          </a:prstGeom>
        </p:spPr>
        <p:txBody>
          <a:bodyPr anchorCtr="0" anchor="t" bIns="536350" lIns="536350" spcFirstLastPara="1" rIns="536350" wrap="square" tIns="536350">
            <a:noAutofit/>
          </a:bodyPr>
          <a:lstStyle/>
          <a:p>
            <a:pPr indent="0" lvl="0" marL="0" rtl="0" algn="ctr">
              <a:spcBef>
                <a:spcPts val="0"/>
              </a:spcBef>
              <a:spcAft>
                <a:spcPts val="0"/>
              </a:spcAft>
              <a:buNone/>
            </a:pPr>
            <a:r>
              <a:rPr lang="en-US" sz="12500" u="sng">
                <a:solidFill>
                  <a:schemeClr val="hlink"/>
                </a:solidFill>
                <a:hlinkClick r:id="rId3"/>
              </a:rPr>
              <a:t>https://github.com/Jacob-Hoff-man/Companion</a:t>
            </a:r>
            <a:endParaRPr sz="12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x4">
  <a:themeElements>
    <a:clrScheme name="3x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2002-11-05T20:37:20Z</dcterms:created>
  <dc:creator>VAS</dc:creator>
</cp:coreProperties>
</file>

<file path=docProps/custom.xml><?xml version="1.0" encoding="utf-8"?>
<Properties xmlns="http://schemas.openxmlformats.org/officeDocument/2006/custom-properties" xmlns:vt="http://schemas.openxmlformats.org/officeDocument/2006/docPropsVTypes"/>
</file>